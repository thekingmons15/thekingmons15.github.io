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 NTP/ISO/IEC 15504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Estructura, características y evaluación de procesos de software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Introducción a la Norma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También conocida como SPICE (Software Process Improvement and Capability Determination)</a:t>
            </a:r>
          </a:p>
          <a:p>
            <a:r>
              <a:t>• Basada en la ISO/IEC 12207 (procesos del ciclo de vida del software)</a:t>
            </a:r>
          </a:p>
          <a:p>
            <a:r>
              <a:t>• Objetivo: evaluar y mejorar los procesos de desarrollo y mantenimiento de software.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 la Norma NTP/ISO/IEC 15504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Parte 1: Conceptos y vocabulario</a:t>
            </a:r>
          </a:p>
          <a:p>
            <a:r>
              <a:t>• Parte 2: Realización de la evaluación de procesos</a:t>
            </a:r>
          </a:p>
          <a:p>
            <a:r>
              <a:t>• Parte 3: Guía para realizar la evaluación</a:t>
            </a:r>
          </a:p>
          <a:p>
            <a:r>
              <a:t>• Parte 4: Guía para la mejora del proceso</a:t>
            </a:r>
          </a:p>
          <a:p>
            <a:r>
              <a:t>• Parte 5: Ejemplo de modelo de evaluación</a:t>
            </a:r>
          </a:p>
          <a:p>
            <a:r>
              <a:t>• Partes 6-9: Extensiones y modelos de referencia adicionales.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Evalúa la madurez y la capacidad de los procesos de software</a:t>
            </a:r>
          </a:p>
          <a:p>
            <a:r>
              <a:t>• Se basa en niveles de capacidad (0 a 5)</a:t>
            </a:r>
          </a:p>
          <a:p>
            <a:r>
              <a:t>• Identifica fortalezas, debilidades y oportunidades de mejora</a:t>
            </a:r>
          </a:p>
          <a:p>
            <a:r>
              <a:t>• Aplicable a organizaciones de cualquier tamaño o sector</a:t>
            </a:r>
          </a:p>
          <a:p>
            <a:r>
              <a:t>• Compatible con modelos como CMMI.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Niveles de Capacidad del Proceso (SPICE)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0 - Proceso Incompleto</a:t>
            </a:r>
          </a:p>
          <a:p>
            <a:r>
              <a:t>1 - Proceso Ejecutado</a:t>
            </a:r>
          </a:p>
          <a:p>
            <a:r>
              <a:t>2 - Proceso Gestionado</a:t>
            </a:r>
          </a:p>
          <a:p>
            <a:r>
              <a:t>3 - Proceso Establecido</a:t>
            </a:r>
          </a:p>
          <a:p>
            <a:r>
              <a:t>4 - Proceso Predecible</a:t>
            </a:r>
          </a:p>
          <a:p>
            <a:r>
              <a:t>5 - Proceso Optimizado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Procesos de Software Evaluados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Ingeniería de software: desarrollo, mantenimiento, validación y verificación</a:t>
            </a:r>
          </a:p>
          <a:p>
            <a:r>
              <a:t>• Gestión del proyecto: planificación, seguimiento, aseguramiento de calidad</a:t>
            </a:r>
          </a:p>
          <a:p>
            <a:r>
              <a:t>• Soporte: configuración, documentación, auditorías</a:t>
            </a:r>
          </a:p>
          <a:p>
            <a:r>
              <a:t>• Infraestructura: gestión de recursos y mejora continua.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 Procesos de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Etapas del proceso de evaluación:</a:t>
            </a:r>
          </a:p>
          <a:p>
            <a:r>
              <a:t>1. Definir el alcance</a:t>
            </a:r>
          </a:p>
          <a:p>
            <a:r>
              <a:t>2. Seleccionar procesos</a:t>
            </a:r>
          </a:p>
          <a:p>
            <a:r>
              <a:t>3. Recolectar evidencia</a:t>
            </a:r>
          </a:p>
          <a:p>
            <a:r>
              <a:t>4. Asignar niveles de capacidad</a:t>
            </a:r>
          </a:p>
          <a:p>
            <a:r>
              <a:t>5. Elaborar el informe final</a:t>
            </a:r>
          </a:p>
          <a:p/>
          <a:p>
            <a:r>
              <a:t>Resultado: nivel de capacidad alcanzado y recomendaciones de mejora.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la Norma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Mejora continua de procesos</a:t>
            </a:r>
          </a:p>
          <a:p>
            <a:r>
              <a:t>• Evaluación objetiva y estandarizada</a:t>
            </a:r>
          </a:p>
          <a:p>
            <a:r>
              <a:t>• Mayor calidad en el software desarrollado</a:t>
            </a:r>
          </a:p>
          <a:p>
            <a:r>
              <a:t>• Base para certificaciones y auditorías</a:t>
            </a:r>
          </a:p>
          <a:p>
            <a:r>
              <a:t>• Facilita la comparación entre organizaciones.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 Aplicativo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Empresa: SoftAndes S.A. (Desarrollo de software educativo)</a:t>
            </a:r>
          </a:p>
          <a:p>
            <a:r>
              <a:t>Situación: proyectos con retrasos y errores</a:t>
            </a:r>
          </a:p>
          <a:p>
            <a:r>
              <a:t>Aplicación de ISO/IEC 15504:</a:t>
            </a:r>
          </a:p>
          <a:p>
            <a:r>
              <a:t>- Se evalúan los procesos de planificación y verificación</a:t>
            </a:r>
          </a:p>
          <a:p>
            <a:r>
              <a:t>- Resultado: Nivel 2 (proceso gestionado)</a:t>
            </a:r>
          </a:p>
          <a:p>
            <a:r>
              <a:t>- Recomendación: documentar procedimientos y métricas</a:t>
            </a:r>
          </a:p>
          <a:p>
            <a:r>
              <a:t>Impacto: reducción de defectos en 25%.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 NTP/ISO/IEC 15504 guía la evaluación y mejora de procesos</a:t>
            </a:r>
          </a:p>
          <a:p>
            <a:r>
              <a:t>• Evalúa la capacidad y madurez para alinear la gestión de calidad con objetivos del negocio</a:t>
            </a:r>
          </a:p>
          <a:p>
            <a:r>
              <a:t>• Es clave para la certificación y excelencia en el desarrollo de software.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