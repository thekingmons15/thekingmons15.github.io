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y Normas de Calidad: NTP/ISO 9001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Desarrollo del Sistema de Gestión de la Calidad</a:t>
            </a:r>
          </a:p>
          <a:p>
            <a:endParaRPr/>
          </a:p>
          <a:p>
            <a:r>
              <a:t>Jorge Humberto Miranda Realpe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 calidad es un factor clave en la competitividad de las organizaciones.</a:t>
            </a:r>
          </a:p>
          <a:p>
            <a:r>
              <a:t>• Los SGC permiten estandarizar procesos y mejorar la satisfacción del cliente.</a:t>
            </a:r>
          </a:p>
          <a:p>
            <a:r>
              <a:t>• La norma ISO 9001 es el referente internacional más utilizado.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Concepto de Calidad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Definición ISO: Grado en que un conjunto de características cumple con los requisitos.</a:t>
            </a:r>
          </a:p>
          <a:p>
            <a:r>
              <a:t>• Evolución: Control de calidad → Aseguramiento de la calidad → Gestión de la calidad total.</a:t>
            </a:r>
          </a:p>
          <a:p>
            <a:r>
              <a:t>• Enfoque en procesos, mejora continua y satisfacción del cliente.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de Gestión de la Calidad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ISO 9000: Conjunto de normas internacionales.</a:t>
            </a:r>
          </a:p>
          <a:p>
            <a:r>
              <a:t>• EFQM: Modelo Europeo de Excelencia.</a:t>
            </a:r>
          </a:p>
          <a:p>
            <a:r>
              <a:t>• Malcolm Baldrige: Modelo de EE.UU.</a:t>
            </a:r>
          </a:p>
          <a:p>
            <a:r>
              <a:t>• NTP-ISO: Adaptación nacional.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Familia de Normas ISO 9000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ISO 9000: Fundamentos y vocabulario.</a:t>
            </a:r>
          </a:p>
          <a:p>
            <a:r>
              <a:t>• ISO 9001: Requisitos del SGC.</a:t>
            </a:r>
          </a:p>
          <a:p>
            <a:r>
              <a:t>• ISO 9004: Mejora del desempeño.</a:t>
            </a:r>
          </a:p>
          <a:p>
            <a:r>
              <a:t>• ISO 19011: Auditorías del sistema.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NTP/ISO 9001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Principios de gestión de la calidad:</a:t>
            </a:r>
          </a:p>
          <a:p>
            <a:r>
              <a:t>1. Enfoque al cliente</a:t>
            </a:r>
          </a:p>
          <a:p>
            <a:r>
              <a:t>2. Liderazgo</a:t>
            </a:r>
          </a:p>
          <a:p>
            <a:r>
              <a:t>3. Participación del personal</a:t>
            </a:r>
          </a:p>
          <a:p>
            <a:r>
              <a:t>4. Enfoque basado en procesos</a:t>
            </a:r>
          </a:p>
          <a:p>
            <a:r>
              <a:t>5. Mejora continua</a:t>
            </a:r>
          </a:p>
          <a:p>
            <a:r>
              <a:t>6. Decisiones basadas en evidencias</a:t>
            </a:r>
          </a:p>
          <a:p>
            <a:r>
              <a:t>7. Gestión de relaciones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 la Norma ISO 9001:2015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Alcance</a:t>
            </a:r>
          </a:p>
          <a:p>
            <a:r>
              <a:t>2. Referencias normativas</a:t>
            </a:r>
          </a:p>
          <a:p>
            <a:r>
              <a:t>3. Términos y definiciones</a:t>
            </a:r>
          </a:p>
          <a:p>
            <a:r>
              <a:t>4. Contexto de la organización</a:t>
            </a:r>
          </a:p>
          <a:p>
            <a:r>
              <a:t>5. Liderazgo</a:t>
            </a:r>
          </a:p>
          <a:p>
            <a:r>
              <a:t>6. Planificación</a:t>
            </a:r>
          </a:p>
          <a:p>
            <a:r>
              <a:t>7. Apoyo</a:t>
            </a:r>
          </a:p>
          <a:p>
            <a:r>
              <a:t>8. Operación</a:t>
            </a:r>
          </a:p>
          <a:p>
            <a:r>
              <a:t>9. Evaluación del desempeño</a:t>
            </a:r>
          </a:p>
          <a:p>
            <a:r>
              <a:t>10. Mejora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Gestión de la Calidad (SGC)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Conjunto de procesos y procedimientos para garantizar la calidad.</a:t>
            </a:r>
          </a:p>
          <a:p>
            <a:r>
              <a:t>• Basado en el Ciclo PHVA (Planear–Hacer–Verificar–Actuar).</a:t>
            </a:r>
          </a:p>
          <a:p>
            <a:r>
              <a:t>• Integra recursos humanos, materiales y tecnológicos.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Desarrollo del SGC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Diagnóstico inicial</a:t>
            </a:r>
          </a:p>
          <a:p>
            <a:r>
              <a:t>2. Política y objetivos de calidad</a:t>
            </a:r>
          </a:p>
          <a:p>
            <a:r>
              <a:t>3. Documentación del sistema</a:t>
            </a:r>
          </a:p>
          <a:p>
            <a:r>
              <a:t>4. Implementación</a:t>
            </a:r>
          </a:p>
          <a:p>
            <a:r>
              <a:t>5. Evaluación interna</a:t>
            </a:r>
          </a:p>
          <a:p>
            <a:r>
              <a:t>6. Certificación externa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de Implementar la ISO 9001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Mejora continua y eficiencia operativa</a:t>
            </a:r>
          </a:p>
          <a:p>
            <a:r>
              <a:t>• Aumento de la satisfacción del cliente</a:t>
            </a:r>
          </a:p>
          <a:p>
            <a:r>
              <a:t>• Reducción de costos</a:t>
            </a:r>
          </a:p>
          <a:p>
            <a:r>
              <a:t>• Mejor imagen institucional</a:t>
            </a:r>
          </a:p>
          <a:p>
            <a:r>
              <a:t>• Cumplimiento de requisitos legales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Certificación de la Calidad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Proceso realizado por un organismo acreditado.</a:t>
            </a:r>
          </a:p>
          <a:p>
            <a:r>
              <a:t>• Incluye auditorías internas y externas.</a:t>
            </a:r>
          </a:p>
          <a:p>
            <a:r>
              <a:t>• Validez: 3 años con revisiones anuales.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 norma ISO 9001 proporciona un marco sólido para la gestión eficiente de la calidad.</a:t>
            </a:r>
          </a:p>
          <a:p>
            <a:r>
              <a:t>• Promueve la mejora continua y la confianza de los clientes.</a:t>
            </a:r>
          </a:p>
          <a:p>
            <a:r>
              <a:t>• Fortalece la cultura organizacional.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446</Words>
  <Application>Microsoft Office PowerPoint</Application>
  <PresentationFormat>Presentación en pantalla (4:3)</PresentationFormat>
  <Paragraphs>67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Modelos y Normas de Calidad: NTP/ISO 9001</vt:lpstr>
      <vt:lpstr>Introducción</vt:lpstr>
      <vt:lpstr>Concepto de Calidad</vt:lpstr>
      <vt:lpstr>Modelos de Gestión de la Calidad</vt:lpstr>
      <vt:lpstr>Familia de Normas ISO 9000</vt:lpstr>
      <vt:lpstr>NTP/ISO 9001</vt:lpstr>
      <vt:lpstr>Estructura de la Norma ISO 9001:2015</vt:lpstr>
      <vt:lpstr>Sistema de Gestión de la Calidad (SGC)</vt:lpstr>
      <vt:lpstr>Desarrollo del SGC</vt:lpstr>
      <vt:lpstr>Beneficios de Implementar la ISO 9001</vt:lpstr>
      <vt:lpstr>Certificación de la Calidad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 Georgio</dc:creator>
  <cp:keywords/>
  <dc:description>generated using python-pptx</dc:description>
  <cp:lastModifiedBy>JORGE HUMBERTO MIRANDA REALPE</cp:lastModifiedBy>
  <cp:revision>1</cp:revision>
  <dcterms:created xsi:type="dcterms:W3CDTF">2013-01-27T09:14:16Z</dcterms:created>
  <dcterms:modified xsi:type="dcterms:W3CDTF">2025-10-08T14:18:17Z</dcterms:modified>
  <cp:category/>
</cp:coreProperties>
</file>