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B60FD1-5726-424A-AB42-2887CE444D8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F4F5900-F33E-4AE3-8B69-DF19069EB4FE}">
      <dgm:prSet/>
      <dgm:spPr/>
      <dgm:t>
        <a:bodyPr/>
        <a:lstStyle/>
        <a:p>
          <a:r>
            <a:rPr lang="en-US"/>
            <a:t>Describir la evolución histórica del software.</a:t>
          </a:r>
        </a:p>
      </dgm:t>
    </dgm:pt>
    <dgm:pt modelId="{5F0828A7-10C0-4551-A500-8ADA0C2F8798}" type="parTrans" cxnId="{6E958984-0360-4646-A84A-4BF9D0DEA762}">
      <dgm:prSet/>
      <dgm:spPr/>
      <dgm:t>
        <a:bodyPr/>
        <a:lstStyle/>
        <a:p>
          <a:endParaRPr lang="en-US"/>
        </a:p>
      </dgm:t>
    </dgm:pt>
    <dgm:pt modelId="{30A9831B-DB4E-435B-8F63-B6AC2CDC5067}" type="sibTrans" cxnId="{6E958984-0360-4646-A84A-4BF9D0DEA762}">
      <dgm:prSet/>
      <dgm:spPr/>
      <dgm:t>
        <a:bodyPr/>
        <a:lstStyle/>
        <a:p>
          <a:endParaRPr lang="en-US"/>
        </a:p>
      </dgm:t>
    </dgm:pt>
    <dgm:pt modelId="{291660BB-77AF-4C4D-A735-14D000E4DDBD}">
      <dgm:prSet/>
      <dgm:spPr/>
      <dgm:t>
        <a:bodyPr/>
        <a:lstStyle/>
        <a:p>
          <a:r>
            <a:rPr lang="en-US"/>
            <a:t>Comprender los tipos y procesos de mantenimiento del software.</a:t>
          </a:r>
        </a:p>
      </dgm:t>
    </dgm:pt>
    <dgm:pt modelId="{FCD14300-FD36-45AB-A14A-E46D564FDBF5}" type="parTrans" cxnId="{CC28B60E-7B11-4F81-8316-0960DA8329BC}">
      <dgm:prSet/>
      <dgm:spPr/>
      <dgm:t>
        <a:bodyPr/>
        <a:lstStyle/>
        <a:p>
          <a:endParaRPr lang="en-US"/>
        </a:p>
      </dgm:t>
    </dgm:pt>
    <dgm:pt modelId="{1A4453A5-C6DF-4465-A445-F4CA89164E65}" type="sibTrans" cxnId="{CC28B60E-7B11-4F81-8316-0960DA8329BC}">
      <dgm:prSet/>
      <dgm:spPr/>
      <dgm:t>
        <a:bodyPr/>
        <a:lstStyle/>
        <a:p>
          <a:endParaRPr lang="en-US"/>
        </a:p>
      </dgm:t>
    </dgm:pt>
    <dgm:pt modelId="{BFFDA24C-3E78-4CED-AA9A-6D6DBD97E0CE}">
      <dgm:prSet/>
      <dgm:spPr/>
      <dgm:t>
        <a:bodyPr/>
        <a:lstStyle/>
        <a:p>
          <a:r>
            <a:rPr lang="en-US"/>
            <a:t>Relacionar la evolución del software con las necesidades de mantenimiento.</a:t>
          </a:r>
        </a:p>
      </dgm:t>
    </dgm:pt>
    <dgm:pt modelId="{E25A159A-1CB1-4FF5-8864-E0CB59DA8648}" type="parTrans" cxnId="{7B98D35D-A0A5-483D-BF58-B50E40BAA318}">
      <dgm:prSet/>
      <dgm:spPr/>
      <dgm:t>
        <a:bodyPr/>
        <a:lstStyle/>
        <a:p>
          <a:endParaRPr lang="en-US"/>
        </a:p>
      </dgm:t>
    </dgm:pt>
    <dgm:pt modelId="{CE9E138B-9268-44FF-BF30-6B08E1608753}" type="sibTrans" cxnId="{7B98D35D-A0A5-483D-BF58-B50E40BAA318}">
      <dgm:prSet/>
      <dgm:spPr/>
      <dgm:t>
        <a:bodyPr/>
        <a:lstStyle/>
        <a:p>
          <a:endParaRPr lang="en-US"/>
        </a:p>
      </dgm:t>
    </dgm:pt>
    <dgm:pt modelId="{52C74C3B-85BC-46D7-B559-DA02BD61AE31}" type="pres">
      <dgm:prSet presAssocID="{D8B60FD1-5726-424A-AB42-2887CE444D81}" presName="linear" presStyleCnt="0">
        <dgm:presLayoutVars>
          <dgm:animLvl val="lvl"/>
          <dgm:resizeHandles val="exact"/>
        </dgm:presLayoutVars>
      </dgm:prSet>
      <dgm:spPr/>
    </dgm:pt>
    <dgm:pt modelId="{A25B7A59-92F4-4E59-83D1-0EEDC1015E3F}" type="pres">
      <dgm:prSet presAssocID="{6F4F5900-F33E-4AE3-8B69-DF19069EB4F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525B354-2ECA-457B-96FD-44EE2639D0E5}" type="pres">
      <dgm:prSet presAssocID="{30A9831B-DB4E-435B-8F63-B6AC2CDC5067}" presName="spacer" presStyleCnt="0"/>
      <dgm:spPr/>
    </dgm:pt>
    <dgm:pt modelId="{833C353D-3FCF-48BA-AEFF-F2A483BA0A57}" type="pres">
      <dgm:prSet presAssocID="{291660BB-77AF-4C4D-A735-14D000E4DDB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D07E88A-129D-4F08-B456-32E807556D06}" type="pres">
      <dgm:prSet presAssocID="{1A4453A5-C6DF-4465-A445-F4CA89164E65}" presName="spacer" presStyleCnt="0"/>
      <dgm:spPr/>
    </dgm:pt>
    <dgm:pt modelId="{9361BABF-D6CD-44D7-BAAB-CCFE44C0B3F0}" type="pres">
      <dgm:prSet presAssocID="{BFFDA24C-3E78-4CED-AA9A-6D6DBD97E0C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C28B60E-7B11-4F81-8316-0960DA8329BC}" srcId="{D8B60FD1-5726-424A-AB42-2887CE444D81}" destId="{291660BB-77AF-4C4D-A735-14D000E4DDBD}" srcOrd="1" destOrd="0" parTransId="{FCD14300-FD36-45AB-A14A-E46D564FDBF5}" sibTransId="{1A4453A5-C6DF-4465-A445-F4CA89164E65}"/>
    <dgm:cxn modelId="{98D9A92C-2147-44AD-82B4-DA35D0C18FA4}" type="presOf" srcId="{291660BB-77AF-4C4D-A735-14D000E4DDBD}" destId="{833C353D-3FCF-48BA-AEFF-F2A483BA0A57}" srcOrd="0" destOrd="0" presId="urn:microsoft.com/office/officeart/2005/8/layout/vList2"/>
    <dgm:cxn modelId="{7B98D35D-A0A5-483D-BF58-B50E40BAA318}" srcId="{D8B60FD1-5726-424A-AB42-2887CE444D81}" destId="{BFFDA24C-3E78-4CED-AA9A-6D6DBD97E0CE}" srcOrd="2" destOrd="0" parTransId="{E25A159A-1CB1-4FF5-8864-E0CB59DA8648}" sibTransId="{CE9E138B-9268-44FF-BF30-6B08E1608753}"/>
    <dgm:cxn modelId="{4F190663-062E-4904-9474-EFCB323BA5DD}" type="presOf" srcId="{D8B60FD1-5726-424A-AB42-2887CE444D81}" destId="{52C74C3B-85BC-46D7-B559-DA02BD61AE31}" srcOrd="0" destOrd="0" presId="urn:microsoft.com/office/officeart/2005/8/layout/vList2"/>
    <dgm:cxn modelId="{6E958984-0360-4646-A84A-4BF9D0DEA762}" srcId="{D8B60FD1-5726-424A-AB42-2887CE444D81}" destId="{6F4F5900-F33E-4AE3-8B69-DF19069EB4FE}" srcOrd="0" destOrd="0" parTransId="{5F0828A7-10C0-4551-A500-8ADA0C2F8798}" sibTransId="{30A9831B-DB4E-435B-8F63-B6AC2CDC5067}"/>
    <dgm:cxn modelId="{942B8BAB-F1B2-4B99-8AC7-4D5659AE613B}" type="presOf" srcId="{6F4F5900-F33E-4AE3-8B69-DF19069EB4FE}" destId="{A25B7A59-92F4-4E59-83D1-0EEDC1015E3F}" srcOrd="0" destOrd="0" presId="urn:microsoft.com/office/officeart/2005/8/layout/vList2"/>
    <dgm:cxn modelId="{8324FCF3-2F72-4B62-9B3C-A53A0893B7E9}" type="presOf" srcId="{BFFDA24C-3E78-4CED-AA9A-6D6DBD97E0CE}" destId="{9361BABF-D6CD-44D7-BAAB-CCFE44C0B3F0}" srcOrd="0" destOrd="0" presId="urn:microsoft.com/office/officeart/2005/8/layout/vList2"/>
    <dgm:cxn modelId="{D794906B-1008-4766-9DA3-D10BF667931C}" type="presParOf" srcId="{52C74C3B-85BC-46D7-B559-DA02BD61AE31}" destId="{A25B7A59-92F4-4E59-83D1-0EEDC1015E3F}" srcOrd="0" destOrd="0" presId="urn:microsoft.com/office/officeart/2005/8/layout/vList2"/>
    <dgm:cxn modelId="{2C9733E0-8FB9-4DF3-98BD-FDB8AC9084D6}" type="presParOf" srcId="{52C74C3B-85BC-46D7-B559-DA02BD61AE31}" destId="{C525B354-2ECA-457B-96FD-44EE2639D0E5}" srcOrd="1" destOrd="0" presId="urn:microsoft.com/office/officeart/2005/8/layout/vList2"/>
    <dgm:cxn modelId="{8BADF70E-5093-49DC-971B-7667EDB3ADEC}" type="presParOf" srcId="{52C74C3B-85BC-46D7-B559-DA02BD61AE31}" destId="{833C353D-3FCF-48BA-AEFF-F2A483BA0A57}" srcOrd="2" destOrd="0" presId="urn:microsoft.com/office/officeart/2005/8/layout/vList2"/>
    <dgm:cxn modelId="{7C3B6ED0-1312-4A0B-8D22-23B7AD895E4A}" type="presParOf" srcId="{52C74C3B-85BC-46D7-B559-DA02BD61AE31}" destId="{3D07E88A-129D-4F08-B456-32E807556D06}" srcOrd="3" destOrd="0" presId="urn:microsoft.com/office/officeart/2005/8/layout/vList2"/>
    <dgm:cxn modelId="{8DE55D07-5FE4-413F-AB5D-7EDF658A8995}" type="presParOf" srcId="{52C74C3B-85BC-46D7-B559-DA02BD61AE31}" destId="{9361BABF-D6CD-44D7-BAAB-CCFE44C0B3F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8614C4-ABE5-43B5-941F-A000F0557E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F997F7-7487-44B5-8E1C-F525E5738319}">
      <dgm:prSet/>
      <dgm:spPr/>
      <dgm:t>
        <a:bodyPr/>
        <a:lstStyle/>
        <a:p>
          <a:r>
            <a:rPr lang="en-US"/>
            <a:t>Conjunto de instrucciones que permiten operar los dispositivos electrónicos.</a:t>
          </a:r>
        </a:p>
      </dgm:t>
    </dgm:pt>
    <dgm:pt modelId="{39794DA8-7FF8-464E-9084-2F7283760557}" type="parTrans" cxnId="{0026EDE5-3772-45BD-B147-0E82AD6F0E96}">
      <dgm:prSet/>
      <dgm:spPr/>
      <dgm:t>
        <a:bodyPr/>
        <a:lstStyle/>
        <a:p>
          <a:endParaRPr lang="en-US"/>
        </a:p>
      </dgm:t>
    </dgm:pt>
    <dgm:pt modelId="{FB540DEB-13D3-4087-9687-F38630C9781E}" type="sibTrans" cxnId="{0026EDE5-3772-45BD-B147-0E82AD6F0E96}">
      <dgm:prSet/>
      <dgm:spPr/>
      <dgm:t>
        <a:bodyPr/>
        <a:lstStyle/>
        <a:p>
          <a:endParaRPr lang="en-US"/>
        </a:p>
      </dgm:t>
    </dgm:pt>
    <dgm:pt modelId="{90041721-4FE5-4293-B092-70A1526F5FEF}">
      <dgm:prSet/>
      <dgm:spPr/>
      <dgm:t>
        <a:bodyPr/>
        <a:lstStyle/>
        <a:p>
          <a:r>
            <a:rPr lang="en-US"/>
            <a:t>Clasificación: software de sistema, de aplicación y de programación.</a:t>
          </a:r>
        </a:p>
      </dgm:t>
    </dgm:pt>
    <dgm:pt modelId="{45EC1F21-FFE9-4EDA-95FB-3ADD74A1F44E}" type="parTrans" cxnId="{3380684F-B8EC-4449-8AE3-651C5DBA764B}">
      <dgm:prSet/>
      <dgm:spPr/>
      <dgm:t>
        <a:bodyPr/>
        <a:lstStyle/>
        <a:p>
          <a:endParaRPr lang="en-US"/>
        </a:p>
      </dgm:t>
    </dgm:pt>
    <dgm:pt modelId="{98A6086A-E998-4112-B890-B7FAB0B52AB5}" type="sibTrans" cxnId="{3380684F-B8EC-4449-8AE3-651C5DBA764B}">
      <dgm:prSet/>
      <dgm:spPr/>
      <dgm:t>
        <a:bodyPr/>
        <a:lstStyle/>
        <a:p>
          <a:endParaRPr lang="en-US"/>
        </a:p>
      </dgm:t>
    </dgm:pt>
    <dgm:pt modelId="{12357147-6F1E-4A92-A0B9-E5905BE7ED06}">
      <dgm:prSet/>
      <dgm:spPr/>
      <dgm:t>
        <a:bodyPr/>
        <a:lstStyle/>
        <a:p>
          <a:r>
            <a:rPr lang="en-US"/>
            <a:t>Elemento esencial en el desarrollo tecnológico y digital.</a:t>
          </a:r>
        </a:p>
      </dgm:t>
    </dgm:pt>
    <dgm:pt modelId="{8A463FB6-4056-4F44-931D-39C1AF5F84A9}" type="parTrans" cxnId="{3EAE100A-0A87-486F-ABEB-A2D9B479D06F}">
      <dgm:prSet/>
      <dgm:spPr/>
      <dgm:t>
        <a:bodyPr/>
        <a:lstStyle/>
        <a:p>
          <a:endParaRPr lang="en-US"/>
        </a:p>
      </dgm:t>
    </dgm:pt>
    <dgm:pt modelId="{658D19BC-54F8-45AD-84DF-04E2E1CFE344}" type="sibTrans" cxnId="{3EAE100A-0A87-486F-ABEB-A2D9B479D06F}">
      <dgm:prSet/>
      <dgm:spPr/>
      <dgm:t>
        <a:bodyPr/>
        <a:lstStyle/>
        <a:p>
          <a:endParaRPr lang="en-US"/>
        </a:p>
      </dgm:t>
    </dgm:pt>
    <dgm:pt modelId="{F383BE6E-3D9E-4562-B5FA-8EC173138BF9}" type="pres">
      <dgm:prSet presAssocID="{A98614C4-ABE5-43B5-941F-A000F0557E8D}" presName="root" presStyleCnt="0">
        <dgm:presLayoutVars>
          <dgm:dir/>
          <dgm:resizeHandles val="exact"/>
        </dgm:presLayoutVars>
      </dgm:prSet>
      <dgm:spPr/>
    </dgm:pt>
    <dgm:pt modelId="{43623AC1-28A6-4D4E-A840-08D97BFD934E}" type="pres">
      <dgm:prSet presAssocID="{DCF997F7-7487-44B5-8E1C-F525E5738319}" presName="compNode" presStyleCnt="0"/>
      <dgm:spPr/>
    </dgm:pt>
    <dgm:pt modelId="{B498BA88-4192-482A-8CBA-A06FF6F71D95}" type="pres">
      <dgm:prSet presAssocID="{DCF997F7-7487-44B5-8E1C-F525E5738319}" presName="bgRect" presStyleLbl="bgShp" presStyleIdx="0" presStyleCnt="3"/>
      <dgm:spPr/>
    </dgm:pt>
    <dgm:pt modelId="{E6761D9D-8866-4BA1-B025-62D403186B1A}" type="pres">
      <dgm:prSet presAssocID="{DCF997F7-7487-44B5-8E1C-F525E57383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E53915AD-AD69-42B2-B54D-217072BF64DF}" type="pres">
      <dgm:prSet presAssocID="{DCF997F7-7487-44B5-8E1C-F525E5738319}" presName="spaceRect" presStyleCnt="0"/>
      <dgm:spPr/>
    </dgm:pt>
    <dgm:pt modelId="{84F13084-AD75-412D-879C-913E3239E313}" type="pres">
      <dgm:prSet presAssocID="{DCF997F7-7487-44B5-8E1C-F525E5738319}" presName="parTx" presStyleLbl="revTx" presStyleIdx="0" presStyleCnt="3">
        <dgm:presLayoutVars>
          <dgm:chMax val="0"/>
          <dgm:chPref val="0"/>
        </dgm:presLayoutVars>
      </dgm:prSet>
      <dgm:spPr/>
    </dgm:pt>
    <dgm:pt modelId="{BC38DCB3-52B3-4230-AC16-AE92432DC219}" type="pres">
      <dgm:prSet presAssocID="{FB540DEB-13D3-4087-9687-F38630C9781E}" presName="sibTrans" presStyleCnt="0"/>
      <dgm:spPr/>
    </dgm:pt>
    <dgm:pt modelId="{6CCDAEF7-56D5-44A9-876E-D1893859117D}" type="pres">
      <dgm:prSet presAssocID="{90041721-4FE5-4293-B092-70A1526F5FEF}" presName="compNode" presStyleCnt="0"/>
      <dgm:spPr/>
    </dgm:pt>
    <dgm:pt modelId="{5CD82D79-3E1B-4C32-80AB-4349714BFCFD}" type="pres">
      <dgm:prSet presAssocID="{90041721-4FE5-4293-B092-70A1526F5FEF}" presName="bgRect" presStyleLbl="bgShp" presStyleIdx="1" presStyleCnt="3"/>
      <dgm:spPr/>
    </dgm:pt>
    <dgm:pt modelId="{F3BF578D-C849-4CF1-A0F0-CE2F3C527684}" type="pres">
      <dgm:prSet presAssocID="{90041721-4FE5-4293-B092-70A1526F5FE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2F0A6B93-CD93-404A-A634-B3C635CE6020}" type="pres">
      <dgm:prSet presAssocID="{90041721-4FE5-4293-B092-70A1526F5FEF}" presName="spaceRect" presStyleCnt="0"/>
      <dgm:spPr/>
    </dgm:pt>
    <dgm:pt modelId="{2739C09F-BB73-4F5B-9DF7-1EF1137729F4}" type="pres">
      <dgm:prSet presAssocID="{90041721-4FE5-4293-B092-70A1526F5FEF}" presName="parTx" presStyleLbl="revTx" presStyleIdx="1" presStyleCnt="3">
        <dgm:presLayoutVars>
          <dgm:chMax val="0"/>
          <dgm:chPref val="0"/>
        </dgm:presLayoutVars>
      </dgm:prSet>
      <dgm:spPr/>
    </dgm:pt>
    <dgm:pt modelId="{571F3F87-3951-4C83-8C21-A467856349CE}" type="pres">
      <dgm:prSet presAssocID="{98A6086A-E998-4112-B890-B7FAB0B52AB5}" presName="sibTrans" presStyleCnt="0"/>
      <dgm:spPr/>
    </dgm:pt>
    <dgm:pt modelId="{B5E9C8AF-4B0C-4DEF-A00B-A61BF687C652}" type="pres">
      <dgm:prSet presAssocID="{12357147-6F1E-4A92-A0B9-E5905BE7ED06}" presName="compNode" presStyleCnt="0"/>
      <dgm:spPr/>
    </dgm:pt>
    <dgm:pt modelId="{47644968-4E4B-424B-AFDF-144E2E44632F}" type="pres">
      <dgm:prSet presAssocID="{12357147-6F1E-4A92-A0B9-E5905BE7ED06}" presName="bgRect" presStyleLbl="bgShp" presStyleIdx="2" presStyleCnt="3"/>
      <dgm:spPr/>
    </dgm:pt>
    <dgm:pt modelId="{C93D79C5-5E0E-4960-81A3-CB5613072561}" type="pres">
      <dgm:prSet presAssocID="{12357147-6F1E-4A92-A0B9-E5905BE7ED0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0341FB93-4D58-4F8D-9D8D-7444CE6E03D6}" type="pres">
      <dgm:prSet presAssocID="{12357147-6F1E-4A92-A0B9-E5905BE7ED06}" presName="spaceRect" presStyleCnt="0"/>
      <dgm:spPr/>
    </dgm:pt>
    <dgm:pt modelId="{DD373FD2-B3C8-461B-B0E7-3CC71C7F1E88}" type="pres">
      <dgm:prSet presAssocID="{12357147-6F1E-4A92-A0B9-E5905BE7ED0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EAE100A-0A87-486F-ABEB-A2D9B479D06F}" srcId="{A98614C4-ABE5-43B5-941F-A000F0557E8D}" destId="{12357147-6F1E-4A92-A0B9-E5905BE7ED06}" srcOrd="2" destOrd="0" parTransId="{8A463FB6-4056-4F44-931D-39C1AF5F84A9}" sibTransId="{658D19BC-54F8-45AD-84DF-04E2E1CFE344}"/>
    <dgm:cxn modelId="{404F3340-BB91-4BDF-8D26-12276701A38F}" type="presOf" srcId="{90041721-4FE5-4293-B092-70A1526F5FEF}" destId="{2739C09F-BB73-4F5B-9DF7-1EF1137729F4}" srcOrd="0" destOrd="0" presId="urn:microsoft.com/office/officeart/2018/2/layout/IconVerticalSolidList"/>
    <dgm:cxn modelId="{3380684F-B8EC-4449-8AE3-651C5DBA764B}" srcId="{A98614C4-ABE5-43B5-941F-A000F0557E8D}" destId="{90041721-4FE5-4293-B092-70A1526F5FEF}" srcOrd="1" destOrd="0" parTransId="{45EC1F21-FFE9-4EDA-95FB-3ADD74A1F44E}" sibTransId="{98A6086A-E998-4112-B890-B7FAB0B52AB5}"/>
    <dgm:cxn modelId="{18DC287A-2710-4A9D-970D-67197F2BC3CF}" type="presOf" srcId="{DCF997F7-7487-44B5-8E1C-F525E5738319}" destId="{84F13084-AD75-412D-879C-913E3239E313}" srcOrd="0" destOrd="0" presId="urn:microsoft.com/office/officeart/2018/2/layout/IconVerticalSolidList"/>
    <dgm:cxn modelId="{3E8DB39D-CE20-480D-AE2A-8DE0E3FE4E88}" type="presOf" srcId="{12357147-6F1E-4A92-A0B9-E5905BE7ED06}" destId="{DD373FD2-B3C8-461B-B0E7-3CC71C7F1E88}" srcOrd="0" destOrd="0" presId="urn:microsoft.com/office/officeart/2018/2/layout/IconVerticalSolidList"/>
    <dgm:cxn modelId="{6ED6B9E5-A582-4DBD-9F6D-DA3307A51D28}" type="presOf" srcId="{A98614C4-ABE5-43B5-941F-A000F0557E8D}" destId="{F383BE6E-3D9E-4562-B5FA-8EC173138BF9}" srcOrd="0" destOrd="0" presId="urn:microsoft.com/office/officeart/2018/2/layout/IconVerticalSolidList"/>
    <dgm:cxn modelId="{0026EDE5-3772-45BD-B147-0E82AD6F0E96}" srcId="{A98614C4-ABE5-43B5-941F-A000F0557E8D}" destId="{DCF997F7-7487-44B5-8E1C-F525E5738319}" srcOrd="0" destOrd="0" parTransId="{39794DA8-7FF8-464E-9084-2F7283760557}" sibTransId="{FB540DEB-13D3-4087-9687-F38630C9781E}"/>
    <dgm:cxn modelId="{3FC3F00E-4CAA-4B0C-B463-CAF770CCE2A4}" type="presParOf" srcId="{F383BE6E-3D9E-4562-B5FA-8EC173138BF9}" destId="{43623AC1-28A6-4D4E-A840-08D97BFD934E}" srcOrd="0" destOrd="0" presId="urn:microsoft.com/office/officeart/2018/2/layout/IconVerticalSolidList"/>
    <dgm:cxn modelId="{AFE21919-3DC7-4DE8-8AF9-D6031F65E7B9}" type="presParOf" srcId="{43623AC1-28A6-4D4E-A840-08D97BFD934E}" destId="{B498BA88-4192-482A-8CBA-A06FF6F71D95}" srcOrd="0" destOrd="0" presId="urn:microsoft.com/office/officeart/2018/2/layout/IconVerticalSolidList"/>
    <dgm:cxn modelId="{CF95828D-54C3-4A29-8499-71EC88B56227}" type="presParOf" srcId="{43623AC1-28A6-4D4E-A840-08D97BFD934E}" destId="{E6761D9D-8866-4BA1-B025-62D403186B1A}" srcOrd="1" destOrd="0" presId="urn:microsoft.com/office/officeart/2018/2/layout/IconVerticalSolidList"/>
    <dgm:cxn modelId="{92432961-FFFA-4724-B1D0-877AE13F96CB}" type="presParOf" srcId="{43623AC1-28A6-4D4E-A840-08D97BFD934E}" destId="{E53915AD-AD69-42B2-B54D-217072BF64DF}" srcOrd="2" destOrd="0" presId="urn:microsoft.com/office/officeart/2018/2/layout/IconVerticalSolidList"/>
    <dgm:cxn modelId="{F2155586-3ABF-499F-98A6-529D317BA086}" type="presParOf" srcId="{43623AC1-28A6-4D4E-A840-08D97BFD934E}" destId="{84F13084-AD75-412D-879C-913E3239E313}" srcOrd="3" destOrd="0" presId="urn:microsoft.com/office/officeart/2018/2/layout/IconVerticalSolidList"/>
    <dgm:cxn modelId="{B1E83186-A1F3-41A3-879F-AB019B3D3D76}" type="presParOf" srcId="{F383BE6E-3D9E-4562-B5FA-8EC173138BF9}" destId="{BC38DCB3-52B3-4230-AC16-AE92432DC219}" srcOrd="1" destOrd="0" presId="urn:microsoft.com/office/officeart/2018/2/layout/IconVerticalSolidList"/>
    <dgm:cxn modelId="{89A42F60-AEF7-4622-9141-A9D7E65C2E6B}" type="presParOf" srcId="{F383BE6E-3D9E-4562-B5FA-8EC173138BF9}" destId="{6CCDAEF7-56D5-44A9-876E-D1893859117D}" srcOrd="2" destOrd="0" presId="urn:microsoft.com/office/officeart/2018/2/layout/IconVerticalSolidList"/>
    <dgm:cxn modelId="{09EDB48C-79B6-46DF-A3FF-ACD828212CD5}" type="presParOf" srcId="{6CCDAEF7-56D5-44A9-876E-D1893859117D}" destId="{5CD82D79-3E1B-4C32-80AB-4349714BFCFD}" srcOrd="0" destOrd="0" presId="urn:microsoft.com/office/officeart/2018/2/layout/IconVerticalSolidList"/>
    <dgm:cxn modelId="{1D99C056-BAE0-461A-9626-88F11A8BA00F}" type="presParOf" srcId="{6CCDAEF7-56D5-44A9-876E-D1893859117D}" destId="{F3BF578D-C849-4CF1-A0F0-CE2F3C527684}" srcOrd="1" destOrd="0" presId="urn:microsoft.com/office/officeart/2018/2/layout/IconVerticalSolidList"/>
    <dgm:cxn modelId="{F70A809B-A1CE-4A22-8607-B59D1747E05E}" type="presParOf" srcId="{6CCDAEF7-56D5-44A9-876E-D1893859117D}" destId="{2F0A6B93-CD93-404A-A634-B3C635CE6020}" srcOrd="2" destOrd="0" presId="urn:microsoft.com/office/officeart/2018/2/layout/IconVerticalSolidList"/>
    <dgm:cxn modelId="{709E4D83-D834-4693-8EBF-62BA5B19C9F3}" type="presParOf" srcId="{6CCDAEF7-56D5-44A9-876E-D1893859117D}" destId="{2739C09F-BB73-4F5B-9DF7-1EF1137729F4}" srcOrd="3" destOrd="0" presId="urn:microsoft.com/office/officeart/2018/2/layout/IconVerticalSolidList"/>
    <dgm:cxn modelId="{BB7839C2-77B0-499F-8314-73D9F8934414}" type="presParOf" srcId="{F383BE6E-3D9E-4562-B5FA-8EC173138BF9}" destId="{571F3F87-3951-4C83-8C21-A467856349CE}" srcOrd="3" destOrd="0" presId="urn:microsoft.com/office/officeart/2018/2/layout/IconVerticalSolidList"/>
    <dgm:cxn modelId="{ADB5B9B4-D5A1-4AB2-AFB2-211F3B122007}" type="presParOf" srcId="{F383BE6E-3D9E-4562-B5FA-8EC173138BF9}" destId="{B5E9C8AF-4B0C-4DEF-A00B-A61BF687C652}" srcOrd="4" destOrd="0" presId="urn:microsoft.com/office/officeart/2018/2/layout/IconVerticalSolidList"/>
    <dgm:cxn modelId="{EC1B1D6D-3FF3-4B08-A165-A18F2BF653D7}" type="presParOf" srcId="{B5E9C8AF-4B0C-4DEF-A00B-A61BF687C652}" destId="{47644968-4E4B-424B-AFDF-144E2E44632F}" srcOrd="0" destOrd="0" presId="urn:microsoft.com/office/officeart/2018/2/layout/IconVerticalSolidList"/>
    <dgm:cxn modelId="{EF5F4BF1-BC61-4103-9C32-7EC2C3E8BF56}" type="presParOf" srcId="{B5E9C8AF-4B0C-4DEF-A00B-A61BF687C652}" destId="{C93D79C5-5E0E-4960-81A3-CB5613072561}" srcOrd="1" destOrd="0" presId="urn:microsoft.com/office/officeart/2018/2/layout/IconVerticalSolidList"/>
    <dgm:cxn modelId="{C76AB985-3B19-4F23-99F2-774533A548B4}" type="presParOf" srcId="{B5E9C8AF-4B0C-4DEF-A00B-A61BF687C652}" destId="{0341FB93-4D58-4F8D-9D8D-7444CE6E03D6}" srcOrd="2" destOrd="0" presId="urn:microsoft.com/office/officeart/2018/2/layout/IconVerticalSolidList"/>
    <dgm:cxn modelId="{92115476-4A5B-4F4D-B78A-9BD0A22ABEDA}" type="presParOf" srcId="{B5E9C8AF-4B0C-4DEF-A00B-A61BF687C652}" destId="{DD373FD2-B3C8-461B-B0E7-3CC71C7F1E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473EC6-78B6-4AD1-8E60-BC81CF0CBE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31408B2-8545-4359-8BAA-B3CEEE4A1143}">
      <dgm:prSet/>
      <dgm:spPr/>
      <dgm:t>
        <a:bodyPr/>
        <a:lstStyle/>
        <a:p>
          <a:r>
            <a:rPr lang="en-US"/>
            <a:t>La evolución del software está ligada al avance del hardware y la computación.</a:t>
          </a:r>
        </a:p>
      </dgm:t>
    </dgm:pt>
    <dgm:pt modelId="{01E07467-04D5-42AD-8890-50875BCBBDA4}" type="parTrans" cxnId="{C9934E06-0F90-4BAB-A557-643C3FA5FB3D}">
      <dgm:prSet/>
      <dgm:spPr/>
      <dgm:t>
        <a:bodyPr/>
        <a:lstStyle/>
        <a:p>
          <a:endParaRPr lang="en-US"/>
        </a:p>
      </dgm:t>
    </dgm:pt>
    <dgm:pt modelId="{E47B5936-12DA-42A1-B8BF-2E28CB88FF7A}" type="sibTrans" cxnId="{C9934E06-0F90-4BAB-A557-643C3FA5FB3D}">
      <dgm:prSet/>
      <dgm:spPr/>
      <dgm:t>
        <a:bodyPr/>
        <a:lstStyle/>
        <a:p>
          <a:endParaRPr lang="en-US"/>
        </a:p>
      </dgm:t>
    </dgm:pt>
    <dgm:pt modelId="{52BB49BE-ABA0-4D3F-9DF5-B61EED23D513}">
      <dgm:prSet/>
      <dgm:spPr/>
      <dgm:t>
        <a:bodyPr/>
        <a:lstStyle/>
        <a:p>
          <a:r>
            <a:rPr lang="en-US"/>
            <a:t>De sistemas monolíticos a arquitecturas distribuidas y basadas en la nube.</a:t>
          </a:r>
        </a:p>
      </dgm:t>
    </dgm:pt>
    <dgm:pt modelId="{DC434852-2B06-4818-B2D6-6A877D815FB4}" type="parTrans" cxnId="{5998A7F6-A727-41FB-B1F1-BB82CC35332E}">
      <dgm:prSet/>
      <dgm:spPr/>
      <dgm:t>
        <a:bodyPr/>
        <a:lstStyle/>
        <a:p>
          <a:endParaRPr lang="en-US"/>
        </a:p>
      </dgm:t>
    </dgm:pt>
    <dgm:pt modelId="{D5A48EE5-91C2-49AA-AE90-837E1CD52732}" type="sibTrans" cxnId="{5998A7F6-A727-41FB-B1F1-BB82CC35332E}">
      <dgm:prSet/>
      <dgm:spPr/>
      <dgm:t>
        <a:bodyPr/>
        <a:lstStyle/>
        <a:p>
          <a:endParaRPr lang="en-US"/>
        </a:p>
      </dgm:t>
    </dgm:pt>
    <dgm:pt modelId="{D28F82F4-0C89-404B-B263-9570B9ACC2AC}" type="pres">
      <dgm:prSet presAssocID="{A6473EC6-78B6-4AD1-8E60-BC81CF0CBE4B}" presName="root" presStyleCnt="0">
        <dgm:presLayoutVars>
          <dgm:dir/>
          <dgm:resizeHandles val="exact"/>
        </dgm:presLayoutVars>
      </dgm:prSet>
      <dgm:spPr/>
    </dgm:pt>
    <dgm:pt modelId="{446680AB-052D-42CD-80A9-24C13833E61F}" type="pres">
      <dgm:prSet presAssocID="{131408B2-8545-4359-8BAA-B3CEEE4A1143}" presName="compNode" presStyleCnt="0"/>
      <dgm:spPr/>
    </dgm:pt>
    <dgm:pt modelId="{2788363E-5222-46D9-A529-777B4A46CA0D}" type="pres">
      <dgm:prSet presAssocID="{131408B2-8545-4359-8BAA-B3CEEE4A1143}" presName="bgRect" presStyleLbl="bgShp" presStyleIdx="0" presStyleCnt="2"/>
      <dgm:spPr/>
    </dgm:pt>
    <dgm:pt modelId="{09467056-D82B-4CC4-BF09-49BEE9C063F5}" type="pres">
      <dgm:prSet presAssocID="{131408B2-8545-4359-8BAA-B3CEEE4A11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C39EB459-D854-4343-A45D-846BF6A9D283}" type="pres">
      <dgm:prSet presAssocID="{131408B2-8545-4359-8BAA-B3CEEE4A1143}" presName="spaceRect" presStyleCnt="0"/>
      <dgm:spPr/>
    </dgm:pt>
    <dgm:pt modelId="{562A02BB-59D8-4F14-8CF6-719D32CEAB17}" type="pres">
      <dgm:prSet presAssocID="{131408B2-8545-4359-8BAA-B3CEEE4A1143}" presName="parTx" presStyleLbl="revTx" presStyleIdx="0" presStyleCnt="2">
        <dgm:presLayoutVars>
          <dgm:chMax val="0"/>
          <dgm:chPref val="0"/>
        </dgm:presLayoutVars>
      </dgm:prSet>
      <dgm:spPr/>
    </dgm:pt>
    <dgm:pt modelId="{C90A0025-E78D-445B-B600-674D409F0A86}" type="pres">
      <dgm:prSet presAssocID="{E47B5936-12DA-42A1-B8BF-2E28CB88FF7A}" presName="sibTrans" presStyleCnt="0"/>
      <dgm:spPr/>
    </dgm:pt>
    <dgm:pt modelId="{112D653F-968A-4732-95C6-74FB44D1FD0E}" type="pres">
      <dgm:prSet presAssocID="{52BB49BE-ABA0-4D3F-9DF5-B61EED23D513}" presName="compNode" presStyleCnt="0"/>
      <dgm:spPr/>
    </dgm:pt>
    <dgm:pt modelId="{70F007C0-6A63-4491-B12B-8899D81584F1}" type="pres">
      <dgm:prSet presAssocID="{52BB49BE-ABA0-4D3F-9DF5-B61EED23D513}" presName="bgRect" presStyleLbl="bgShp" presStyleIdx="1" presStyleCnt="2"/>
      <dgm:spPr/>
    </dgm:pt>
    <dgm:pt modelId="{82DC0597-AA6C-4ACD-9982-32054EF8D70B}" type="pres">
      <dgm:prSet presAssocID="{52BB49BE-ABA0-4D3F-9DF5-B61EED23D51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be"/>
        </a:ext>
      </dgm:extLst>
    </dgm:pt>
    <dgm:pt modelId="{F35020A4-DF43-4F4F-A6B1-DD60035BA89D}" type="pres">
      <dgm:prSet presAssocID="{52BB49BE-ABA0-4D3F-9DF5-B61EED23D513}" presName="spaceRect" presStyleCnt="0"/>
      <dgm:spPr/>
    </dgm:pt>
    <dgm:pt modelId="{0C605244-0C9B-4F5F-9BAF-295821444305}" type="pres">
      <dgm:prSet presAssocID="{52BB49BE-ABA0-4D3F-9DF5-B61EED23D51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9934E06-0F90-4BAB-A557-643C3FA5FB3D}" srcId="{A6473EC6-78B6-4AD1-8E60-BC81CF0CBE4B}" destId="{131408B2-8545-4359-8BAA-B3CEEE4A1143}" srcOrd="0" destOrd="0" parTransId="{01E07467-04D5-42AD-8890-50875BCBBDA4}" sibTransId="{E47B5936-12DA-42A1-B8BF-2E28CB88FF7A}"/>
    <dgm:cxn modelId="{CA3CC669-8B60-44E9-8269-894112CC513C}" type="presOf" srcId="{52BB49BE-ABA0-4D3F-9DF5-B61EED23D513}" destId="{0C605244-0C9B-4F5F-9BAF-295821444305}" srcOrd="0" destOrd="0" presId="urn:microsoft.com/office/officeart/2018/2/layout/IconVerticalSolidList"/>
    <dgm:cxn modelId="{BEA39CB2-BD61-4554-ABB1-AA104033C8FD}" type="presOf" srcId="{A6473EC6-78B6-4AD1-8E60-BC81CF0CBE4B}" destId="{D28F82F4-0C89-404B-B263-9570B9ACC2AC}" srcOrd="0" destOrd="0" presId="urn:microsoft.com/office/officeart/2018/2/layout/IconVerticalSolidList"/>
    <dgm:cxn modelId="{17701DDA-E34A-43F7-B038-7B46E6BD73BE}" type="presOf" srcId="{131408B2-8545-4359-8BAA-B3CEEE4A1143}" destId="{562A02BB-59D8-4F14-8CF6-719D32CEAB17}" srcOrd="0" destOrd="0" presId="urn:microsoft.com/office/officeart/2018/2/layout/IconVerticalSolidList"/>
    <dgm:cxn modelId="{5998A7F6-A727-41FB-B1F1-BB82CC35332E}" srcId="{A6473EC6-78B6-4AD1-8E60-BC81CF0CBE4B}" destId="{52BB49BE-ABA0-4D3F-9DF5-B61EED23D513}" srcOrd="1" destOrd="0" parTransId="{DC434852-2B06-4818-B2D6-6A877D815FB4}" sibTransId="{D5A48EE5-91C2-49AA-AE90-837E1CD52732}"/>
    <dgm:cxn modelId="{2CCAC6AF-C14B-4102-8583-9C5D01D0892F}" type="presParOf" srcId="{D28F82F4-0C89-404B-B263-9570B9ACC2AC}" destId="{446680AB-052D-42CD-80A9-24C13833E61F}" srcOrd="0" destOrd="0" presId="urn:microsoft.com/office/officeart/2018/2/layout/IconVerticalSolidList"/>
    <dgm:cxn modelId="{A8F98909-D5A9-4A3D-B6B0-25069A305433}" type="presParOf" srcId="{446680AB-052D-42CD-80A9-24C13833E61F}" destId="{2788363E-5222-46D9-A529-777B4A46CA0D}" srcOrd="0" destOrd="0" presId="urn:microsoft.com/office/officeart/2018/2/layout/IconVerticalSolidList"/>
    <dgm:cxn modelId="{A260BF44-C55E-4F40-AB09-08542AA808DA}" type="presParOf" srcId="{446680AB-052D-42CD-80A9-24C13833E61F}" destId="{09467056-D82B-4CC4-BF09-49BEE9C063F5}" srcOrd="1" destOrd="0" presId="urn:microsoft.com/office/officeart/2018/2/layout/IconVerticalSolidList"/>
    <dgm:cxn modelId="{158FDF8F-3615-4D85-B517-C78F1B697093}" type="presParOf" srcId="{446680AB-052D-42CD-80A9-24C13833E61F}" destId="{C39EB459-D854-4343-A45D-846BF6A9D283}" srcOrd="2" destOrd="0" presId="urn:microsoft.com/office/officeart/2018/2/layout/IconVerticalSolidList"/>
    <dgm:cxn modelId="{67129287-28BD-477B-BF96-77F9DB83F036}" type="presParOf" srcId="{446680AB-052D-42CD-80A9-24C13833E61F}" destId="{562A02BB-59D8-4F14-8CF6-719D32CEAB17}" srcOrd="3" destOrd="0" presId="urn:microsoft.com/office/officeart/2018/2/layout/IconVerticalSolidList"/>
    <dgm:cxn modelId="{36ABE7EA-129B-4A26-BC5B-244BE5E130D2}" type="presParOf" srcId="{D28F82F4-0C89-404B-B263-9570B9ACC2AC}" destId="{C90A0025-E78D-445B-B600-674D409F0A86}" srcOrd="1" destOrd="0" presId="urn:microsoft.com/office/officeart/2018/2/layout/IconVerticalSolidList"/>
    <dgm:cxn modelId="{A9DE5F8E-F822-4CD4-98F3-76C3DC6489BD}" type="presParOf" srcId="{D28F82F4-0C89-404B-B263-9570B9ACC2AC}" destId="{112D653F-968A-4732-95C6-74FB44D1FD0E}" srcOrd="2" destOrd="0" presId="urn:microsoft.com/office/officeart/2018/2/layout/IconVerticalSolidList"/>
    <dgm:cxn modelId="{3CD873CD-74C4-4A26-A454-4F0925E12DC5}" type="presParOf" srcId="{112D653F-968A-4732-95C6-74FB44D1FD0E}" destId="{70F007C0-6A63-4491-B12B-8899D81584F1}" srcOrd="0" destOrd="0" presId="urn:microsoft.com/office/officeart/2018/2/layout/IconVerticalSolidList"/>
    <dgm:cxn modelId="{B4ED61B8-E412-4EA0-9E78-EF8A7842A901}" type="presParOf" srcId="{112D653F-968A-4732-95C6-74FB44D1FD0E}" destId="{82DC0597-AA6C-4ACD-9982-32054EF8D70B}" srcOrd="1" destOrd="0" presId="urn:microsoft.com/office/officeart/2018/2/layout/IconVerticalSolidList"/>
    <dgm:cxn modelId="{5E3C83FF-63CB-4A21-870A-D18AA71838D3}" type="presParOf" srcId="{112D653F-968A-4732-95C6-74FB44D1FD0E}" destId="{F35020A4-DF43-4F4F-A6B1-DD60035BA89D}" srcOrd="2" destOrd="0" presId="urn:microsoft.com/office/officeart/2018/2/layout/IconVerticalSolidList"/>
    <dgm:cxn modelId="{E6996F9E-A5D3-4E4C-AF71-9ED6030F95B2}" type="presParOf" srcId="{112D653F-968A-4732-95C6-74FB44D1FD0E}" destId="{0C605244-0C9B-4F5F-9BAF-2958214443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DFB6BB-2E95-4908-909F-2E91DD48331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8AC329-8992-4C38-B616-51A349C7F932}">
      <dgm:prSet/>
      <dgm:spPr/>
      <dgm:t>
        <a:bodyPr/>
        <a:lstStyle/>
        <a:p>
          <a:r>
            <a:rPr lang="en-US"/>
            <a:t>1. Primera generación (años 40-50): código máquina, sin lenguajes de alto nivel.</a:t>
          </a:r>
        </a:p>
      </dgm:t>
    </dgm:pt>
    <dgm:pt modelId="{C1C44B37-EADB-4140-A5E5-795B8F4A5ED7}" type="parTrans" cxnId="{70F33D86-6AA5-41C2-93AE-9DFDA2AF0FCC}">
      <dgm:prSet/>
      <dgm:spPr/>
      <dgm:t>
        <a:bodyPr/>
        <a:lstStyle/>
        <a:p>
          <a:endParaRPr lang="en-US"/>
        </a:p>
      </dgm:t>
    </dgm:pt>
    <dgm:pt modelId="{1929B5EA-9AE5-4B4F-870D-EA9AB2322D39}" type="sibTrans" cxnId="{70F33D86-6AA5-41C2-93AE-9DFDA2AF0FCC}">
      <dgm:prSet/>
      <dgm:spPr/>
      <dgm:t>
        <a:bodyPr/>
        <a:lstStyle/>
        <a:p>
          <a:endParaRPr lang="en-US"/>
        </a:p>
      </dgm:t>
    </dgm:pt>
    <dgm:pt modelId="{F82EAE17-FFFD-4DB8-BC82-4EDD9A88CEDF}">
      <dgm:prSet/>
      <dgm:spPr/>
      <dgm:t>
        <a:bodyPr/>
        <a:lstStyle/>
        <a:p>
          <a:r>
            <a:rPr lang="en-US"/>
            <a:t>2. Segunda generación (años 50-60): aparición de lenguajes como FORTRAN y COBOL.</a:t>
          </a:r>
        </a:p>
      </dgm:t>
    </dgm:pt>
    <dgm:pt modelId="{144604CC-AEFF-4137-9BC3-39E9270A4602}" type="parTrans" cxnId="{6E0970B0-D46A-405F-A169-429BA2A109B6}">
      <dgm:prSet/>
      <dgm:spPr/>
      <dgm:t>
        <a:bodyPr/>
        <a:lstStyle/>
        <a:p>
          <a:endParaRPr lang="en-US"/>
        </a:p>
      </dgm:t>
    </dgm:pt>
    <dgm:pt modelId="{B2969AB7-4D3E-4FF5-92D8-679545E1A5F5}" type="sibTrans" cxnId="{6E0970B0-D46A-405F-A169-429BA2A109B6}">
      <dgm:prSet/>
      <dgm:spPr/>
      <dgm:t>
        <a:bodyPr/>
        <a:lstStyle/>
        <a:p>
          <a:endParaRPr lang="en-US"/>
        </a:p>
      </dgm:t>
    </dgm:pt>
    <dgm:pt modelId="{DD9E8DC8-074D-437B-9C43-321219A5A00A}">
      <dgm:prSet/>
      <dgm:spPr/>
      <dgm:t>
        <a:bodyPr/>
        <a:lstStyle/>
        <a:p>
          <a:r>
            <a:rPr lang="en-US"/>
            <a:t>3. Tercera generación (años 60-70): orientación a procedimientos, modularidad.</a:t>
          </a:r>
        </a:p>
      </dgm:t>
    </dgm:pt>
    <dgm:pt modelId="{DDD674F5-C5E1-4471-8DDD-F9B80B630427}" type="parTrans" cxnId="{2B7149CC-B2E8-4216-AD26-6635CEF8F78B}">
      <dgm:prSet/>
      <dgm:spPr/>
      <dgm:t>
        <a:bodyPr/>
        <a:lstStyle/>
        <a:p>
          <a:endParaRPr lang="en-US"/>
        </a:p>
      </dgm:t>
    </dgm:pt>
    <dgm:pt modelId="{6F7124C7-44F2-4696-A1B7-E85773463C82}" type="sibTrans" cxnId="{2B7149CC-B2E8-4216-AD26-6635CEF8F78B}">
      <dgm:prSet/>
      <dgm:spPr/>
      <dgm:t>
        <a:bodyPr/>
        <a:lstStyle/>
        <a:p>
          <a:endParaRPr lang="en-US"/>
        </a:p>
      </dgm:t>
    </dgm:pt>
    <dgm:pt modelId="{02556726-C99C-456D-8D6A-3037DB14FBF7}">
      <dgm:prSet/>
      <dgm:spPr/>
      <dgm:t>
        <a:bodyPr/>
        <a:lstStyle/>
        <a:p>
          <a:r>
            <a:rPr lang="en-US"/>
            <a:t>4. Cuarta generación (años 80): herramientas CASE, interfaces gráficas.</a:t>
          </a:r>
        </a:p>
      </dgm:t>
    </dgm:pt>
    <dgm:pt modelId="{E071A1BC-9311-4C12-9235-88D191B83E1B}" type="parTrans" cxnId="{EDEC5033-742A-4D9B-AD57-EB0858F168AC}">
      <dgm:prSet/>
      <dgm:spPr/>
      <dgm:t>
        <a:bodyPr/>
        <a:lstStyle/>
        <a:p>
          <a:endParaRPr lang="en-US"/>
        </a:p>
      </dgm:t>
    </dgm:pt>
    <dgm:pt modelId="{E175762E-11B5-47D0-B4E8-1C0B9EAA3018}" type="sibTrans" cxnId="{EDEC5033-742A-4D9B-AD57-EB0858F168AC}">
      <dgm:prSet/>
      <dgm:spPr/>
      <dgm:t>
        <a:bodyPr/>
        <a:lstStyle/>
        <a:p>
          <a:endParaRPr lang="en-US"/>
        </a:p>
      </dgm:t>
    </dgm:pt>
    <dgm:pt modelId="{91474278-6BDE-4F16-8DA9-CFF220C92BA3}">
      <dgm:prSet/>
      <dgm:spPr/>
      <dgm:t>
        <a:bodyPr/>
        <a:lstStyle/>
        <a:p>
          <a:r>
            <a:rPr lang="en-US"/>
            <a:t>5. Quinta generación (presente): inteligencia artificial, desarrollo ágil y en la nube.</a:t>
          </a:r>
        </a:p>
      </dgm:t>
    </dgm:pt>
    <dgm:pt modelId="{71888B86-5EDB-49B2-9C90-424294EC5E86}" type="parTrans" cxnId="{18DBDE40-F34B-486A-9EA2-8279D8C27C22}">
      <dgm:prSet/>
      <dgm:spPr/>
      <dgm:t>
        <a:bodyPr/>
        <a:lstStyle/>
        <a:p>
          <a:endParaRPr lang="en-US"/>
        </a:p>
      </dgm:t>
    </dgm:pt>
    <dgm:pt modelId="{3BA59459-33F1-4F48-BB18-C1619293B441}" type="sibTrans" cxnId="{18DBDE40-F34B-486A-9EA2-8279D8C27C22}">
      <dgm:prSet/>
      <dgm:spPr/>
      <dgm:t>
        <a:bodyPr/>
        <a:lstStyle/>
        <a:p>
          <a:endParaRPr lang="en-US"/>
        </a:p>
      </dgm:t>
    </dgm:pt>
    <dgm:pt modelId="{B79FF496-6F5A-45D1-98DC-00AF064AC670}" type="pres">
      <dgm:prSet presAssocID="{C3DFB6BB-2E95-4908-909F-2E91DD48331A}" presName="diagram" presStyleCnt="0">
        <dgm:presLayoutVars>
          <dgm:dir/>
          <dgm:resizeHandles val="exact"/>
        </dgm:presLayoutVars>
      </dgm:prSet>
      <dgm:spPr/>
    </dgm:pt>
    <dgm:pt modelId="{F76FD7CF-4252-4C4D-A606-EF66DA240633}" type="pres">
      <dgm:prSet presAssocID="{E58AC329-8992-4C38-B616-51A349C7F932}" presName="node" presStyleLbl="node1" presStyleIdx="0" presStyleCnt="5">
        <dgm:presLayoutVars>
          <dgm:bulletEnabled val="1"/>
        </dgm:presLayoutVars>
      </dgm:prSet>
      <dgm:spPr/>
    </dgm:pt>
    <dgm:pt modelId="{06D0577D-EC6D-455E-94C6-63462FCE5A70}" type="pres">
      <dgm:prSet presAssocID="{1929B5EA-9AE5-4B4F-870D-EA9AB2322D39}" presName="sibTrans" presStyleCnt="0"/>
      <dgm:spPr/>
    </dgm:pt>
    <dgm:pt modelId="{35EEF8C9-8C97-46A2-9C77-CC0A562E3768}" type="pres">
      <dgm:prSet presAssocID="{F82EAE17-FFFD-4DB8-BC82-4EDD9A88CEDF}" presName="node" presStyleLbl="node1" presStyleIdx="1" presStyleCnt="5">
        <dgm:presLayoutVars>
          <dgm:bulletEnabled val="1"/>
        </dgm:presLayoutVars>
      </dgm:prSet>
      <dgm:spPr/>
    </dgm:pt>
    <dgm:pt modelId="{39C80FE7-3C19-4B1B-B7F5-565A48A1B575}" type="pres">
      <dgm:prSet presAssocID="{B2969AB7-4D3E-4FF5-92D8-679545E1A5F5}" presName="sibTrans" presStyleCnt="0"/>
      <dgm:spPr/>
    </dgm:pt>
    <dgm:pt modelId="{7CAE38E4-AFFF-4E53-A7E0-2D2F858647B0}" type="pres">
      <dgm:prSet presAssocID="{DD9E8DC8-074D-437B-9C43-321219A5A00A}" presName="node" presStyleLbl="node1" presStyleIdx="2" presStyleCnt="5">
        <dgm:presLayoutVars>
          <dgm:bulletEnabled val="1"/>
        </dgm:presLayoutVars>
      </dgm:prSet>
      <dgm:spPr/>
    </dgm:pt>
    <dgm:pt modelId="{38F02A25-B77E-4522-BAA3-24C8EE6AF9B1}" type="pres">
      <dgm:prSet presAssocID="{6F7124C7-44F2-4696-A1B7-E85773463C82}" presName="sibTrans" presStyleCnt="0"/>
      <dgm:spPr/>
    </dgm:pt>
    <dgm:pt modelId="{08CB1D66-1FF2-4552-95C4-7772AA81EDDC}" type="pres">
      <dgm:prSet presAssocID="{02556726-C99C-456D-8D6A-3037DB14FBF7}" presName="node" presStyleLbl="node1" presStyleIdx="3" presStyleCnt="5">
        <dgm:presLayoutVars>
          <dgm:bulletEnabled val="1"/>
        </dgm:presLayoutVars>
      </dgm:prSet>
      <dgm:spPr/>
    </dgm:pt>
    <dgm:pt modelId="{8867DB6E-3F63-4998-9775-F4AB0B576314}" type="pres">
      <dgm:prSet presAssocID="{E175762E-11B5-47D0-B4E8-1C0B9EAA3018}" presName="sibTrans" presStyleCnt="0"/>
      <dgm:spPr/>
    </dgm:pt>
    <dgm:pt modelId="{0EE03226-5147-4410-9DC4-A9A7B56CC05F}" type="pres">
      <dgm:prSet presAssocID="{91474278-6BDE-4F16-8DA9-CFF220C92BA3}" presName="node" presStyleLbl="node1" presStyleIdx="4" presStyleCnt="5">
        <dgm:presLayoutVars>
          <dgm:bulletEnabled val="1"/>
        </dgm:presLayoutVars>
      </dgm:prSet>
      <dgm:spPr/>
    </dgm:pt>
  </dgm:ptLst>
  <dgm:cxnLst>
    <dgm:cxn modelId="{CC24532A-E411-4A4D-8412-20646E8999F4}" type="presOf" srcId="{02556726-C99C-456D-8D6A-3037DB14FBF7}" destId="{08CB1D66-1FF2-4552-95C4-7772AA81EDDC}" srcOrd="0" destOrd="0" presId="urn:microsoft.com/office/officeart/2005/8/layout/default"/>
    <dgm:cxn modelId="{EDEC5033-742A-4D9B-AD57-EB0858F168AC}" srcId="{C3DFB6BB-2E95-4908-909F-2E91DD48331A}" destId="{02556726-C99C-456D-8D6A-3037DB14FBF7}" srcOrd="3" destOrd="0" parTransId="{E071A1BC-9311-4C12-9235-88D191B83E1B}" sibTransId="{E175762E-11B5-47D0-B4E8-1C0B9EAA3018}"/>
    <dgm:cxn modelId="{143C7F3C-250D-48DF-AD26-C380A9B12D71}" type="presOf" srcId="{91474278-6BDE-4F16-8DA9-CFF220C92BA3}" destId="{0EE03226-5147-4410-9DC4-A9A7B56CC05F}" srcOrd="0" destOrd="0" presId="urn:microsoft.com/office/officeart/2005/8/layout/default"/>
    <dgm:cxn modelId="{81188840-D294-4F70-9667-48DC30B2DDA8}" type="presOf" srcId="{DD9E8DC8-074D-437B-9C43-321219A5A00A}" destId="{7CAE38E4-AFFF-4E53-A7E0-2D2F858647B0}" srcOrd="0" destOrd="0" presId="urn:microsoft.com/office/officeart/2005/8/layout/default"/>
    <dgm:cxn modelId="{18DBDE40-F34B-486A-9EA2-8279D8C27C22}" srcId="{C3DFB6BB-2E95-4908-909F-2E91DD48331A}" destId="{91474278-6BDE-4F16-8DA9-CFF220C92BA3}" srcOrd="4" destOrd="0" parTransId="{71888B86-5EDB-49B2-9C90-424294EC5E86}" sibTransId="{3BA59459-33F1-4F48-BB18-C1619293B441}"/>
    <dgm:cxn modelId="{C95D1047-DE56-4025-9D81-74DB2199BD57}" type="presOf" srcId="{E58AC329-8992-4C38-B616-51A349C7F932}" destId="{F76FD7CF-4252-4C4D-A606-EF66DA240633}" srcOrd="0" destOrd="0" presId="urn:microsoft.com/office/officeart/2005/8/layout/default"/>
    <dgm:cxn modelId="{486A8D69-2ECD-4861-954B-D1DD06F617ED}" type="presOf" srcId="{F82EAE17-FFFD-4DB8-BC82-4EDD9A88CEDF}" destId="{35EEF8C9-8C97-46A2-9C77-CC0A562E3768}" srcOrd="0" destOrd="0" presId="urn:microsoft.com/office/officeart/2005/8/layout/default"/>
    <dgm:cxn modelId="{70F33D86-6AA5-41C2-93AE-9DFDA2AF0FCC}" srcId="{C3DFB6BB-2E95-4908-909F-2E91DD48331A}" destId="{E58AC329-8992-4C38-B616-51A349C7F932}" srcOrd="0" destOrd="0" parTransId="{C1C44B37-EADB-4140-A5E5-795B8F4A5ED7}" sibTransId="{1929B5EA-9AE5-4B4F-870D-EA9AB2322D39}"/>
    <dgm:cxn modelId="{6E0970B0-D46A-405F-A169-429BA2A109B6}" srcId="{C3DFB6BB-2E95-4908-909F-2E91DD48331A}" destId="{F82EAE17-FFFD-4DB8-BC82-4EDD9A88CEDF}" srcOrd="1" destOrd="0" parTransId="{144604CC-AEFF-4137-9BC3-39E9270A4602}" sibTransId="{B2969AB7-4D3E-4FF5-92D8-679545E1A5F5}"/>
    <dgm:cxn modelId="{2B7149CC-B2E8-4216-AD26-6635CEF8F78B}" srcId="{C3DFB6BB-2E95-4908-909F-2E91DD48331A}" destId="{DD9E8DC8-074D-437B-9C43-321219A5A00A}" srcOrd="2" destOrd="0" parTransId="{DDD674F5-C5E1-4471-8DDD-F9B80B630427}" sibTransId="{6F7124C7-44F2-4696-A1B7-E85773463C82}"/>
    <dgm:cxn modelId="{FC6368E3-42D0-4C3A-936B-03609F434EA7}" type="presOf" srcId="{C3DFB6BB-2E95-4908-909F-2E91DD48331A}" destId="{B79FF496-6F5A-45D1-98DC-00AF064AC670}" srcOrd="0" destOrd="0" presId="urn:microsoft.com/office/officeart/2005/8/layout/default"/>
    <dgm:cxn modelId="{27FD17A4-8377-4C92-9AE3-702A51E43C53}" type="presParOf" srcId="{B79FF496-6F5A-45D1-98DC-00AF064AC670}" destId="{F76FD7CF-4252-4C4D-A606-EF66DA240633}" srcOrd="0" destOrd="0" presId="urn:microsoft.com/office/officeart/2005/8/layout/default"/>
    <dgm:cxn modelId="{F3B13541-2210-4CCA-BD3A-5D523C41B38C}" type="presParOf" srcId="{B79FF496-6F5A-45D1-98DC-00AF064AC670}" destId="{06D0577D-EC6D-455E-94C6-63462FCE5A70}" srcOrd="1" destOrd="0" presId="urn:microsoft.com/office/officeart/2005/8/layout/default"/>
    <dgm:cxn modelId="{94524913-1919-47E7-8AD4-64FA1CA542F9}" type="presParOf" srcId="{B79FF496-6F5A-45D1-98DC-00AF064AC670}" destId="{35EEF8C9-8C97-46A2-9C77-CC0A562E3768}" srcOrd="2" destOrd="0" presId="urn:microsoft.com/office/officeart/2005/8/layout/default"/>
    <dgm:cxn modelId="{D8B5E148-721D-40D1-B349-4A90D04B3131}" type="presParOf" srcId="{B79FF496-6F5A-45D1-98DC-00AF064AC670}" destId="{39C80FE7-3C19-4B1B-B7F5-565A48A1B575}" srcOrd="3" destOrd="0" presId="urn:microsoft.com/office/officeart/2005/8/layout/default"/>
    <dgm:cxn modelId="{857DADBD-D45A-409D-B8F9-248B2409EFC7}" type="presParOf" srcId="{B79FF496-6F5A-45D1-98DC-00AF064AC670}" destId="{7CAE38E4-AFFF-4E53-A7E0-2D2F858647B0}" srcOrd="4" destOrd="0" presId="urn:microsoft.com/office/officeart/2005/8/layout/default"/>
    <dgm:cxn modelId="{03F098DC-B1B0-4189-A46C-63989F33EA67}" type="presParOf" srcId="{B79FF496-6F5A-45D1-98DC-00AF064AC670}" destId="{38F02A25-B77E-4522-BAA3-24C8EE6AF9B1}" srcOrd="5" destOrd="0" presId="urn:microsoft.com/office/officeart/2005/8/layout/default"/>
    <dgm:cxn modelId="{1DDED7A9-BC0C-4353-8F91-9FB5DC89A462}" type="presParOf" srcId="{B79FF496-6F5A-45D1-98DC-00AF064AC670}" destId="{08CB1D66-1FF2-4552-95C4-7772AA81EDDC}" srcOrd="6" destOrd="0" presId="urn:microsoft.com/office/officeart/2005/8/layout/default"/>
    <dgm:cxn modelId="{838B7852-A87A-47C5-90C3-A3C36C7B9677}" type="presParOf" srcId="{B79FF496-6F5A-45D1-98DC-00AF064AC670}" destId="{8867DB6E-3F63-4998-9775-F4AB0B576314}" srcOrd="7" destOrd="0" presId="urn:microsoft.com/office/officeart/2005/8/layout/default"/>
    <dgm:cxn modelId="{FA5C9C39-FC5F-4A47-8121-43C8AF384AC5}" type="presParOf" srcId="{B79FF496-6F5A-45D1-98DC-00AF064AC670}" destId="{0EE03226-5147-4410-9DC4-A9A7B56CC05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8CF3B3-0A48-4F9D-AFE0-20773C8CA1A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EB19D8-E9C4-426B-9F70-D2E2C298FB41}">
      <dgm:prSet/>
      <dgm:spPr/>
      <dgm:t>
        <a:bodyPr/>
        <a:lstStyle/>
        <a:p>
          <a:r>
            <a:rPr lang="en-US"/>
            <a:t>Avances tecnológicos.</a:t>
          </a:r>
        </a:p>
      </dgm:t>
    </dgm:pt>
    <dgm:pt modelId="{E042E839-6881-4802-B073-9EC406EACA1F}" type="parTrans" cxnId="{4EEC29CE-6FF1-4937-8F5F-DDBA9A5D8536}">
      <dgm:prSet/>
      <dgm:spPr/>
      <dgm:t>
        <a:bodyPr/>
        <a:lstStyle/>
        <a:p>
          <a:endParaRPr lang="en-US"/>
        </a:p>
      </dgm:t>
    </dgm:pt>
    <dgm:pt modelId="{BFCB1B67-2A41-44CB-B8D7-6F678EAC54A0}" type="sibTrans" cxnId="{4EEC29CE-6FF1-4937-8F5F-DDBA9A5D8536}">
      <dgm:prSet/>
      <dgm:spPr/>
      <dgm:t>
        <a:bodyPr/>
        <a:lstStyle/>
        <a:p>
          <a:endParaRPr lang="en-US"/>
        </a:p>
      </dgm:t>
    </dgm:pt>
    <dgm:pt modelId="{1951070E-BC11-47C6-9C43-9B3248C49B4E}">
      <dgm:prSet/>
      <dgm:spPr/>
      <dgm:t>
        <a:bodyPr/>
        <a:lstStyle/>
        <a:p>
          <a:r>
            <a:rPr lang="en-US"/>
            <a:t>Demandas de usuarios.</a:t>
          </a:r>
        </a:p>
      </dgm:t>
    </dgm:pt>
    <dgm:pt modelId="{591341F6-16C1-4246-853B-398B3FDD869F}" type="parTrans" cxnId="{E7918DFC-DC98-48B0-B1C2-5DCA6BE6981F}">
      <dgm:prSet/>
      <dgm:spPr/>
      <dgm:t>
        <a:bodyPr/>
        <a:lstStyle/>
        <a:p>
          <a:endParaRPr lang="en-US"/>
        </a:p>
      </dgm:t>
    </dgm:pt>
    <dgm:pt modelId="{3E0A8EF5-D9AC-4F60-BAE7-2D6D4EC14C63}" type="sibTrans" cxnId="{E7918DFC-DC98-48B0-B1C2-5DCA6BE6981F}">
      <dgm:prSet/>
      <dgm:spPr/>
      <dgm:t>
        <a:bodyPr/>
        <a:lstStyle/>
        <a:p>
          <a:endParaRPr lang="en-US"/>
        </a:p>
      </dgm:t>
    </dgm:pt>
    <dgm:pt modelId="{BA6FC10C-852F-4A8B-94AE-56D4AF9B6231}">
      <dgm:prSet/>
      <dgm:spPr/>
      <dgm:t>
        <a:bodyPr/>
        <a:lstStyle/>
        <a:p>
          <a:r>
            <a:rPr lang="en-US"/>
            <a:t>Cambios organizacionales.</a:t>
          </a:r>
        </a:p>
      </dgm:t>
    </dgm:pt>
    <dgm:pt modelId="{B9E2B060-6D48-4A42-9CE4-C8D41BE46A79}" type="parTrans" cxnId="{B5CB9CA0-B8AC-4ED7-A16C-945B5B871136}">
      <dgm:prSet/>
      <dgm:spPr/>
      <dgm:t>
        <a:bodyPr/>
        <a:lstStyle/>
        <a:p>
          <a:endParaRPr lang="en-US"/>
        </a:p>
      </dgm:t>
    </dgm:pt>
    <dgm:pt modelId="{1CDC228E-08FC-432A-A487-670B58EB1E6B}" type="sibTrans" cxnId="{B5CB9CA0-B8AC-4ED7-A16C-945B5B871136}">
      <dgm:prSet/>
      <dgm:spPr/>
      <dgm:t>
        <a:bodyPr/>
        <a:lstStyle/>
        <a:p>
          <a:endParaRPr lang="en-US"/>
        </a:p>
      </dgm:t>
    </dgm:pt>
    <dgm:pt modelId="{3D10A458-B9AD-4333-A22E-FBF7956ED8EB}">
      <dgm:prSet/>
      <dgm:spPr/>
      <dgm:t>
        <a:bodyPr/>
        <a:lstStyle/>
        <a:p>
          <a:r>
            <a:rPr lang="en-US"/>
            <a:t>Mejora de la competitividad y adaptación al mercado.</a:t>
          </a:r>
        </a:p>
      </dgm:t>
    </dgm:pt>
    <dgm:pt modelId="{507C1C90-3EB9-4333-8641-2C156D04F12D}" type="parTrans" cxnId="{EC020EF7-9534-4FA7-9562-D32E6559807D}">
      <dgm:prSet/>
      <dgm:spPr/>
      <dgm:t>
        <a:bodyPr/>
        <a:lstStyle/>
        <a:p>
          <a:endParaRPr lang="en-US"/>
        </a:p>
      </dgm:t>
    </dgm:pt>
    <dgm:pt modelId="{8C3196C7-A5E2-4EAE-8A44-111F527ECDD5}" type="sibTrans" cxnId="{EC020EF7-9534-4FA7-9562-D32E6559807D}">
      <dgm:prSet/>
      <dgm:spPr/>
      <dgm:t>
        <a:bodyPr/>
        <a:lstStyle/>
        <a:p>
          <a:endParaRPr lang="en-US"/>
        </a:p>
      </dgm:t>
    </dgm:pt>
    <dgm:pt modelId="{B73E3E0D-0E05-40A4-8169-34E5F48B9917}" type="pres">
      <dgm:prSet presAssocID="{C08CF3B3-0A48-4F9D-AFE0-20773C8CA1AB}" presName="linear" presStyleCnt="0">
        <dgm:presLayoutVars>
          <dgm:animLvl val="lvl"/>
          <dgm:resizeHandles val="exact"/>
        </dgm:presLayoutVars>
      </dgm:prSet>
      <dgm:spPr/>
    </dgm:pt>
    <dgm:pt modelId="{BD3969E2-0FD3-4E8A-B579-3A85F37638BA}" type="pres">
      <dgm:prSet presAssocID="{CEEB19D8-E9C4-426B-9F70-D2E2C298FB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099E2B-BB58-4F38-A3ED-F9ACB1C77329}" type="pres">
      <dgm:prSet presAssocID="{BFCB1B67-2A41-44CB-B8D7-6F678EAC54A0}" presName="spacer" presStyleCnt="0"/>
      <dgm:spPr/>
    </dgm:pt>
    <dgm:pt modelId="{CE389222-F2D6-48D1-BA47-36F7D79B04E9}" type="pres">
      <dgm:prSet presAssocID="{1951070E-BC11-47C6-9C43-9B3248C49B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6061EE3-3E2A-476D-B825-0D5A27D1F79F}" type="pres">
      <dgm:prSet presAssocID="{3E0A8EF5-D9AC-4F60-BAE7-2D6D4EC14C63}" presName="spacer" presStyleCnt="0"/>
      <dgm:spPr/>
    </dgm:pt>
    <dgm:pt modelId="{8F8E8CDB-0A06-4119-83E6-7B2CEEAF8119}" type="pres">
      <dgm:prSet presAssocID="{BA6FC10C-852F-4A8B-94AE-56D4AF9B62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012E90-457B-4536-90AE-E51565E0FC7C}" type="pres">
      <dgm:prSet presAssocID="{1CDC228E-08FC-432A-A487-670B58EB1E6B}" presName="spacer" presStyleCnt="0"/>
      <dgm:spPr/>
    </dgm:pt>
    <dgm:pt modelId="{0D994850-B306-4329-AA8D-AF9ED54B893F}" type="pres">
      <dgm:prSet presAssocID="{3D10A458-B9AD-4333-A22E-FBF7956ED8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3AC648-BF46-4656-A048-AEBD2F17E4CF}" type="presOf" srcId="{3D10A458-B9AD-4333-A22E-FBF7956ED8EB}" destId="{0D994850-B306-4329-AA8D-AF9ED54B893F}" srcOrd="0" destOrd="0" presId="urn:microsoft.com/office/officeart/2005/8/layout/vList2"/>
    <dgm:cxn modelId="{9E929A74-AB15-43F1-A6DF-228C45C86B7E}" type="presOf" srcId="{CEEB19D8-E9C4-426B-9F70-D2E2C298FB41}" destId="{BD3969E2-0FD3-4E8A-B579-3A85F37638BA}" srcOrd="0" destOrd="0" presId="urn:microsoft.com/office/officeart/2005/8/layout/vList2"/>
    <dgm:cxn modelId="{15045D7B-9E13-4DF1-A291-7AEEC65A9622}" type="presOf" srcId="{1951070E-BC11-47C6-9C43-9B3248C49B4E}" destId="{CE389222-F2D6-48D1-BA47-36F7D79B04E9}" srcOrd="0" destOrd="0" presId="urn:microsoft.com/office/officeart/2005/8/layout/vList2"/>
    <dgm:cxn modelId="{8546409C-935B-4068-80BE-4C88184728BF}" type="presOf" srcId="{BA6FC10C-852F-4A8B-94AE-56D4AF9B6231}" destId="{8F8E8CDB-0A06-4119-83E6-7B2CEEAF8119}" srcOrd="0" destOrd="0" presId="urn:microsoft.com/office/officeart/2005/8/layout/vList2"/>
    <dgm:cxn modelId="{B5CB9CA0-B8AC-4ED7-A16C-945B5B871136}" srcId="{C08CF3B3-0A48-4F9D-AFE0-20773C8CA1AB}" destId="{BA6FC10C-852F-4A8B-94AE-56D4AF9B6231}" srcOrd="2" destOrd="0" parTransId="{B9E2B060-6D48-4A42-9CE4-C8D41BE46A79}" sibTransId="{1CDC228E-08FC-432A-A487-670B58EB1E6B}"/>
    <dgm:cxn modelId="{9D31CAB8-2BA8-4144-99F9-A45781894D7B}" type="presOf" srcId="{C08CF3B3-0A48-4F9D-AFE0-20773C8CA1AB}" destId="{B73E3E0D-0E05-40A4-8169-34E5F48B9917}" srcOrd="0" destOrd="0" presId="urn:microsoft.com/office/officeart/2005/8/layout/vList2"/>
    <dgm:cxn modelId="{4EEC29CE-6FF1-4937-8F5F-DDBA9A5D8536}" srcId="{C08CF3B3-0A48-4F9D-AFE0-20773C8CA1AB}" destId="{CEEB19D8-E9C4-426B-9F70-D2E2C298FB41}" srcOrd="0" destOrd="0" parTransId="{E042E839-6881-4802-B073-9EC406EACA1F}" sibTransId="{BFCB1B67-2A41-44CB-B8D7-6F678EAC54A0}"/>
    <dgm:cxn modelId="{EC020EF7-9534-4FA7-9562-D32E6559807D}" srcId="{C08CF3B3-0A48-4F9D-AFE0-20773C8CA1AB}" destId="{3D10A458-B9AD-4333-A22E-FBF7956ED8EB}" srcOrd="3" destOrd="0" parTransId="{507C1C90-3EB9-4333-8641-2C156D04F12D}" sibTransId="{8C3196C7-A5E2-4EAE-8A44-111F527ECDD5}"/>
    <dgm:cxn modelId="{E7918DFC-DC98-48B0-B1C2-5DCA6BE6981F}" srcId="{C08CF3B3-0A48-4F9D-AFE0-20773C8CA1AB}" destId="{1951070E-BC11-47C6-9C43-9B3248C49B4E}" srcOrd="1" destOrd="0" parTransId="{591341F6-16C1-4246-853B-398B3FDD869F}" sibTransId="{3E0A8EF5-D9AC-4F60-BAE7-2D6D4EC14C63}"/>
    <dgm:cxn modelId="{642083F1-6B07-4D91-9DCE-15BC7A4729A7}" type="presParOf" srcId="{B73E3E0D-0E05-40A4-8169-34E5F48B9917}" destId="{BD3969E2-0FD3-4E8A-B579-3A85F37638BA}" srcOrd="0" destOrd="0" presId="urn:microsoft.com/office/officeart/2005/8/layout/vList2"/>
    <dgm:cxn modelId="{E6402BDA-AE2F-4401-A9AC-089A4E46B730}" type="presParOf" srcId="{B73E3E0D-0E05-40A4-8169-34E5F48B9917}" destId="{34099E2B-BB58-4F38-A3ED-F9ACB1C77329}" srcOrd="1" destOrd="0" presId="urn:microsoft.com/office/officeart/2005/8/layout/vList2"/>
    <dgm:cxn modelId="{E45F4534-59CB-498B-93A6-ACDC17040A2D}" type="presParOf" srcId="{B73E3E0D-0E05-40A4-8169-34E5F48B9917}" destId="{CE389222-F2D6-48D1-BA47-36F7D79B04E9}" srcOrd="2" destOrd="0" presId="urn:microsoft.com/office/officeart/2005/8/layout/vList2"/>
    <dgm:cxn modelId="{A34BCA56-FEE0-4227-8C1C-1FFC1EC53091}" type="presParOf" srcId="{B73E3E0D-0E05-40A4-8169-34E5F48B9917}" destId="{16061EE3-3E2A-476D-B825-0D5A27D1F79F}" srcOrd="3" destOrd="0" presId="urn:microsoft.com/office/officeart/2005/8/layout/vList2"/>
    <dgm:cxn modelId="{F90D1EA3-2AC6-4B17-BEE8-0345F5340CE5}" type="presParOf" srcId="{B73E3E0D-0E05-40A4-8169-34E5F48B9917}" destId="{8F8E8CDB-0A06-4119-83E6-7B2CEEAF8119}" srcOrd="4" destOrd="0" presId="urn:microsoft.com/office/officeart/2005/8/layout/vList2"/>
    <dgm:cxn modelId="{2D21D7FF-FD67-4E65-8436-B0A5BAFDB4E2}" type="presParOf" srcId="{B73E3E0D-0E05-40A4-8169-34E5F48B9917}" destId="{A5012E90-457B-4536-90AE-E51565E0FC7C}" srcOrd="5" destOrd="0" presId="urn:microsoft.com/office/officeart/2005/8/layout/vList2"/>
    <dgm:cxn modelId="{531C9FC4-3C2C-480F-83BB-0C082BEEC9E1}" type="presParOf" srcId="{B73E3E0D-0E05-40A4-8169-34E5F48B9917}" destId="{0D994850-B306-4329-AA8D-AF9ED54B893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5349FB-03E6-4C8E-94EC-192BE289E16F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3295BFF-F937-4212-8779-0F06C05B2A95}">
      <dgm:prSet/>
      <dgm:spPr/>
      <dgm:t>
        <a:bodyPr/>
        <a:lstStyle/>
        <a:p>
          <a:r>
            <a:rPr lang="en-US"/>
            <a:t>Proceso de modificar un sistema después de su entrega.</a:t>
          </a:r>
        </a:p>
      </dgm:t>
    </dgm:pt>
    <dgm:pt modelId="{B017FD0B-06C1-4A1D-BFB8-73A4616B49E4}" type="parTrans" cxnId="{7084B997-F636-483A-A153-7A991BD57DA8}">
      <dgm:prSet/>
      <dgm:spPr/>
      <dgm:t>
        <a:bodyPr/>
        <a:lstStyle/>
        <a:p>
          <a:endParaRPr lang="en-US"/>
        </a:p>
      </dgm:t>
    </dgm:pt>
    <dgm:pt modelId="{A748D828-C04C-4ABD-9CED-16F2AC0CD9DB}" type="sibTrans" cxnId="{7084B997-F636-483A-A153-7A991BD57DA8}">
      <dgm:prSet/>
      <dgm:spPr/>
      <dgm:t>
        <a:bodyPr/>
        <a:lstStyle/>
        <a:p>
          <a:endParaRPr lang="en-US"/>
        </a:p>
      </dgm:t>
    </dgm:pt>
    <dgm:pt modelId="{71042DF4-478A-4E8D-8D86-AFD77318CD36}">
      <dgm:prSet/>
      <dgm:spPr/>
      <dgm:t>
        <a:bodyPr/>
        <a:lstStyle/>
        <a:p>
          <a:r>
            <a:rPr lang="en-US"/>
            <a:t>Objetivo: corregir errores, mejorar el rendimiento o adaptarlo a cambios.</a:t>
          </a:r>
        </a:p>
      </dgm:t>
    </dgm:pt>
    <dgm:pt modelId="{AD97282D-70AC-46AF-A62F-70F3A782661F}" type="parTrans" cxnId="{A79A7B30-16E6-42D9-B8A3-B60F86C43B5B}">
      <dgm:prSet/>
      <dgm:spPr/>
      <dgm:t>
        <a:bodyPr/>
        <a:lstStyle/>
        <a:p>
          <a:endParaRPr lang="en-US"/>
        </a:p>
      </dgm:t>
    </dgm:pt>
    <dgm:pt modelId="{25940664-F119-41A4-9E34-755F6757398E}" type="sibTrans" cxnId="{A79A7B30-16E6-42D9-B8A3-B60F86C43B5B}">
      <dgm:prSet/>
      <dgm:spPr/>
      <dgm:t>
        <a:bodyPr/>
        <a:lstStyle/>
        <a:p>
          <a:endParaRPr lang="en-US"/>
        </a:p>
      </dgm:t>
    </dgm:pt>
    <dgm:pt modelId="{59AA0347-72A4-4ABE-B2EC-D4D9B7C013E4}">
      <dgm:prSet/>
      <dgm:spPr/>
      <dgm:t>
        <a:bodyPr/>
        <a:lstStyle/>
        <a:p>
          <a:r>
            <a:rPr lang="en-US"/>
            <a:t>Es una actividad continua en el ciclo de vida del software.</a:t>
          </a:r>
        </a:p>
      </dgm:t>
    </dgm:pt>
    <dgm:pt modelId="{7024EBB5-08F7-4701-8A00-4D5B995791B4}" type="parTrans" cxnId="{0564B66A-3360-464D-9CC4-2B499A839FEB}">
      <dgm:prSet/>
      <dgm:spPr/>
      <dgm:t>
        <a:bodyPr/>
        <a:lstStyle/>
        <a:p>
          <a:endParaRPr lang="en-US"/>
        </a:p>
      </dgm:t>
    </dgm:pt>
    <dgm:pt modelId="{EAF8A156-F1F0-4E7F-9D6C-03FCC12909E1}" type="sibTrans" cxnId="{0564B66A-3360-464D-9CC4-2B499A839FEB}">
      <dgm:prSet/>
      <dgm:spPr/>
      <dgm:t>
        <a:bodyPr/>
        <a:lstStyle/>
        <a:p>
          <a:endParaRPr lang="en-US"/>
        </a:p>
      </dgm:t>
    </dgm:pt>
    <dgm:pt modelId="{A83D785F-69F1-4105-A18E-68F1CEFE1EC1}" type="pres">
      <dgm:prSet presAssocID="{B75349FB-03E6-4C8E-94EC-192BE289E16F}" presName="diagram" presStyleCnt="0">
        <dgm:presLayoutVars>
          <dgm:dir/>
          <dgm:resizeHandles val="exact"/>
        </dgm:presLayoutVars>
      </dgm:prSet>
      <dgm:spPr/>
    </dgm:pt>
    <dgm:pt modelId="{0DD99CC1-736F-46DB-80CA-54DC7B01C756}" type="pres">
      <dgm:prSet presAssocID="{83295BFF-F937-4212-8779-0F06C05B2A95}" presName="node" presStyleLbl="node1" presStyleIdx="0" presStyleCnt="3">
        <dgm:presLayoutVars>
          <dgm:bulletEnabled val="1"/>
        </dgm:presLayoutVars>
      </dgm:prSet>
      <dgm:spPr/>
    </dgm:pt>
    <dgm:pt modelId="{CF9006F6-D960-4040-98BB-34558869FD91}" type="pres">
      <dgm:prSet presAssocID="{A748D828-C04C-4ABD-9CED-16F2AC0CD9DB}" presName="sibTrans" presStyleCnt="0"/>
      <dgm:spPr/>
    </dgm:pt>
    <dgm:pt modelId="{22496EAE-1FB1-4CDE-A179-FA3AA139A1E6}" type="pres">
      <dgm:prSet presAssocID="{71042DF4-478A-4E8D-8D86-AFD77318CD36}" presName="node" presStyleLbl="node1" presStyleIdx="1" presStyleCnt="3">
        <dgm:presLayoutVars>
          <dgm:bulletEnabled val="1"/>
        </dgm:presLayoutVars>
      </dgm:prSet>
      <dgm:spPr/>
    </dgm:pt>
    <dgm:pt modelId="{C2C61B22-0E07-4268-8296-2EC735FEBE32}" type="pres">
      <dgm:prSet presAssocID="{25940664-F119-41A4-9E34-755F6757398E}" presName="sibTrans" presStyleCnt="0"/>
      <dgm:spPr/>
    </dgm:pt>
    <dgm:pt modelId="{341FF02C-153C-4914-91A8-07D6E7710F55}" type="pres">
      <dgm:prSet presAssocID="{59AA0347-72A4-4ABE-B2EC-D4D9B7C013E4}" presName="node" presStyleLbl="node1" presStyleIdx="2" presStyleCnt="3">
        <dgm:presLayoutVars>
          <dgm:bulletEnabled val="1"/>
        </dgm:presLayoutVars>
      </dgm:prSet>
      <dgm:spPr/>
    </dgm:pt>
  </dgm:ptLst>
  <dgm:cxnLst>
    <dgm:cxn modelId="{DF886518-4791-4D46-945C-8A3002CDBA98}" type="presOf" srcId="{83295BFF-F937-4212-8779-0F06C05B2A95}" destId="{0DD99CC1-736F-46DB-80CA-54DC7B01C756}" srcOrd="0" destOrd="0" presId="urn:microsoft.com/office/officeart/2005/8/layout/default"/>
    <dgm:cxn modelId="{A1AD8E25-A725-46E0-99F2-405E96EA182E}" type="presOf" srcId="{71042DF4-478A-4E8D-8D86-AFD77318CD36}" destId="{22496EAE-1FB1-4CDE-A179-FA3AA139A1E6}" srcOrd="0" destOrd="0" presId="urn:microsoft.com/office/officeart/2005/8/layout/default"/>
    <dgm:cxn modelId="{A79A7B30-16E6-42D9-B8A3-B60F86C43B5B}" srcId="{B75349FB-03E6-4C8E-94EC-192BE289E16F}" destId="{71042DF4-478A-4E8D-8D86-AFD77318CD36}" srcOrd="1" destOrd="0" parTransId="{AD97282D-70AC-46AF-A62F-70F3A782661F}" sibTransId="{25940664-F119-41A4-9E34-755F6757398E}"/>
    <dgm:cxn modelId="{0564B66A-3360-464D-9CC4-2B499A839FEB}" srcId="{B75349FB-03E6-4C8E-94EC-192BE289E16F}" destId="{59AA0347-72A4-4ABE-B2EC-D4D9B7C013E4}" srcOrd="2" destOrd="0" parTransId="{7024EBB5-08F7-4701-8A00-4D5B995791B4}" sibTransId="{EAF8A156-F1F0-4E7F-9D6C-03FCC12909E1}"/>
    <dgm:cxn modelId="{24B2014D-3513-483D-A10E-6746AFA43217}" type="presOf" srcId="{B75349FB-03E6-4C8E-94EC-192BE289E16F}" destId="{A83D785F-69F1-4105-A18E-68F1CEFE1EC1}" srcOrd="0" destOrd="0" presId="urn:microsoft.com/office/officeart/2005/8/layout/default"/>
    <dgm:cxn modelId="{7084B997-F636-483A-A153-7A991BD57DA8}" srcId="{B75349FB-03E6-4C8E-94EC-192BE289E16F}" destId="{83295BFF-F937-4212-8779-0F06C05B2A95}" srcOrd="0" destOrd="0" parTransId="{B017FD0B-06C1-4A1D-BFB8-73A4616B49E4}" sibTransId="{A748D828-C04C-4ABD-9CED-16F2AC0CD9DB}"/>
    <dgm:cxn modelId="{FD0325E2-960B-42FB-846D-745ADA8BD428}" type="presOf" srcId="{59AA0347-72A4-4ABE-B2EC-D4D9B7C013E4}" destId="{341FF02C-153C-4914-91A8-07D6E7710F55}" srcOrd="0" destOrd="0" presId="urn:microsoft.com/office/officeart/2005/8/layout/default"/>
    <dgm:cxn modelId="{F163E67F-68D8-4717-AC17-4BFDD6368239}" type="presParOf" srcId="{A83D785F-69F1-4105-A18E-68F1CEFE1EC1}" destId="{0DD99CC1-736F-46DB-80CA-54DC7B01C756}" srcOrd="0" destOrd="0" presId="urn:microsoft.com/office/officeart/2005/8/layout/default"/>
    <dgm:cxn modelId="{A3889A6B-1C3F-439F-A175-8A89D8754B45}" type="presParOf" srcId="{A83D785F-69F1-4105-A18E-68F1CEFE1EC1}" destId="{CF9006F6-D960-4040-98BB-34558869FD91}" srcOrd="1" destOrd="0" presId="urn:microsoft.com/office/officeart/2005/8/layout/default"/>
    <dgm:cxn modelId="{03858B28-2BBC-428F-BBFF-8B3092BA8DDC}" type="presParOf" srcId="{A83D785F-69F1-4105-A18E-68F1CEFE1EC1}" destId="{22496EAE-1FB1-4CDE-A179-FA3AA139A1E6}" srcOrd="2" destOrd="0" presId="urn:microsoft.com/office/officeart/2005/8/layout/default"/>
    <dgm:cxn modelId="{9E75CC01-7EA7-4057-ABE3-4629045CAB02}" type="presParOf" srcId="{A83D785F-69F1-4105-A18E-68F1CEFE1EC1}" destId="{C2C61B22-0E07-4268-8296-2EC735FEBE32}" srcOrd="3" destOrd="0" presId="urn:microsoft.com/office/officeart/2005/8/layout/default"/>
    <dgm:cxn modelId="{97A29CE3-8088-4B16-B40B-47DCCB76DCDB}" type="presParOf" srcId="{A83D785F-69F1-4105-A18E-68F1CEFE1EC1}" destId="{341FF02C-153C-4914-91A8-07D6E7710F5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7B42CB-7703-4EF7-B168-8E805BDE1A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90D761-1A69-41EC-ADC0-3EEBAC220CE3}">
      <dgm:prSet/>
      <dgm:spPr/>
      <dgm:t>
        <a:bodyPr/>
        <a:lstStyle/>
        <a:p>
          <a:r>
            <a:rPr lang="en-US"/>
            <a:t>1. Correctivo: corrección de fallos detectados.</a:t>
          </a:r>
        </a:p>
      </dgm:t>
    </dgm:pt>
    <dgm:pt modelId="{094F3F6C-3030-46AD-AA5C-F332A5CE5470}" type="parTrans" cxnId="{5464D457-1BD4-4092-894B-00EBC3305BB9}">
      <dgm:prSet/>
      <dgm:spPr/>
      <dgm:t>
        <a:bodyPr/>
        <a:lstStyle/>
        <a:p>
          <a:endParaRPr lang="en-US"/>
        </a:p>
      </dgm:t>
    </dgm:pt>
    <dgm:pt modelId="{B330419A-3B03-4FD8-BCAF-3159211B36CC}" type="sibTrans" cxnId="{5464D457-1BD4-4092-894B-00EBC3305BB9}">
      <dgm:prSet/>
      <dgm:spPr/>
      <dgm:t>
        <a:bodyPr/>
        <a:lstStyle/>
        <a:p>
          <a:endParaRPr lang="en-US"/>
        </a:p>
      </dgm:t>
    </dgm:pt>
    <dgm:pt modelId="{C916A162-AEE0-4298-A22E-CE5810D03648}">
      <dgm:prSet/>
      <dgm:spPr/>
      <dgm:t>
        <a:bodyPr/>
        <a:lstStyle/>
        <a:p>
          <a:r>
            <a:rPr lang="en-US"/>
            <a:t>2. Adaptativo: ajustes ante cambios en el entorno.</a:t>
          </a:r>
        </a:p>
      </dgm:t>
    </dgm:pt>
    <dgm:pt modelId="{A6415013-FBBE-4343-80D3-ED13425C11DC}" type="parTrans" cxnId="{91478354-1750-474D-9977-4DFC3A84A7A0}">
      <dgm:prSet/>
      <dgm:spPr/>
      <dgm:t>
        <a:bodyPr/>
        <a:lstStyle/>
        <a:p>
          <a:endParaRPr lang="en-US"/>
        </a:p>
      </dgm:t>
    </dgm:pt>
    <dgm:pt modelId="{8843D91D-DC29-4085-9156-C67F7485222A}" type="sibTrans" cxnId="{91478354-1750-474D-9977-4DFC3A84A7A0}">
      <dgm:prSet/>
      <dgm:spPr/>
      <dgm:t>
        <a:bodyPr/>
        <a:lstStyle/>
        <a:p>
          <a:endParaRPr lang="en-US"/>
        </a:p>
      </dgm:t>
    </dgm:pt>
    <dgm:pt modelId="{DA11E446-4A77-4CB2-8C0B-ED4F3985EBE6}">
      <dgm:prSet/>
      <dgm:spPr/>
      <dgm:t>
        <a:bodyPr/>
        <a:lstStyle/>
        <a:p>
          <a:r>
            <a:rPr lang="en-US"/>
            <a:t>3. Perfectivo: mejoras en funcionalidades y rendimiento.</a:t>
          </a:r>
        </a:p>
      </dgm:t>
    </dgm:pt>
    <dgm:pt modelId="{2190F2F9-361D-4542-82FE-45E45A832984}" type="parTrans" cxnId="{8896D73B-8AAC-4B64-9018-77F36A69864D}">
      <dgm:prSet/>
      <dgm:spPr/>
      <dgm:t>
        <a:bodyPr/>
        <a:lstStyle/>
        <a:p>
          <a:endParaRPr lang="en-US"/>
        </a:p>
      </dgm:t>
    </dgm:pt>
    <dgm:pt modelId="{62C94661-8B96-4494-ACC5-DAB0FD563DE5}" type="sibTrans" cxnId="{8896D73B-8AAC-4B64-9018-77F36A69864D}">
      <dgm:prSet/>
      <dgm:spPr/>
      <dgm:t>
        <a:bodyPr/>
        <a:lstStyle/>
        <a:p>
          <a:endParaRPr lang="en-US"/>
        </a:p>
      </dgm:t>
    </dgm:pt>
    <dgm:pt modelId="{0FC9961B-73F2-4B7F-BCBB-6B272BDAB6E1}">
      <dgm:prSet/>
      <dgm:spPr/>
      <dgm:t>
        <a:bodyPr/>
        <a:lstStyle/>
        <a:p>
          <a:r>
            <a:rPr lang="en-US"/>
            <a:t>4. Preventivo: anticipación a posibles fallos futuros.</a:t>
          </a:r>
        </a:p>
      </dgm:t>
    </dgm:pt>
    <dgm:pt modelId="{0D2B677F-B490-43D4-8956-C2EC5EA07499}" type="parTrans" cxnId="{CEFF6932-9CE8-4D57-8F94-1407668716C9}">
      <dgm:prSet/>
      <dgm:spPr/>
      <dgm:t>
        <a:bodyPr/>
        <a:lstStyle/>
        <a:p>
          <a:endParaRPr lang="en-US"/>
        </a:p>
      </dgm:t>
    </dgm:pt>
    <dgm:pt modelId="{714E15EC-277E-4B88-9BE5-8F0EC9025627}" type="sibTrans" cxnId="{CEFF6932-9CE8-4D57-8F94-1407668716C9}">
      <dgm:prSet/>
      <dgm:spPr/>
      <dgm:t>
        <a:bodyPr/>
        <a:lstStyle/>
        <a:p>
          <a:endParaRPr lang="en-US"/>
        </a:p>
      </dgm:t>
    </dgm:pt>
    <dgm:pt modelId="{89164944-5240-4883-AA22-7DA53C87ED07}" type="pres">
      <dgm:prSet presAssocID="{827B42CB-7703-4EF7-B168-8E805BDE1A6B}" presName="linear" presStyleCnt="0">
        <dgm:presLayoutVars>
          <dgm:animLvl val="lvl"/>
          <dgm:resizeHandles val="exact"/>
        </dgm:presLayoutVars>
      </dgm:prSet>
      <dgm:spPr/>
    </dgm:pt>
    <dgm:pt modelId="{443A5EA4-9E91-4565-9531-C4C0E7EC8553}" type="pres">
      <dgm:prSet presAssocID="{E290D761-1A69-41EC-ADC0-3EEBAC220C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E8B6BB-4F9B-4826-960F-110DA9B71B73}" type="pres">
      <dgm:prSet presAssocID="{B330419A-3B03-4FD8-BCAF-3159211B36CC}" presName="spacer" presStyleCnt="0"/>
      <dgm:spPr/>
    </dgm:pt>
    <dgm:pt modelId="{62B1B4D1-6CD3-44BC-BEEA-0E38E4DB5F46}" type="pres">
      <dgm:prSet presAssocID="{C916A162-AEE0-4298-A22E-CE5810D036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0BC4B86-1A92-4C64-8CD5-1A6DB13DC2C9}" type="pres">
      <dgm:prSet presAssocID="{8843D91D-DC29-4085-9156-C67F7485222A}" presName="spacer" presStyleCnt="0"/>
      <dgm:spPr/>
    </dgm:pt>
    <dgm:pt modelId="{CE9AE89F-9EC6-48EC-83CE-74229003DF62}" type="pres">
      <dgm:prSet presAssocID="{DA11E446-4A77-4CB2-8C0B-ED4F3985EB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BA68F7-EA71-4A9C-A5BB-3E666EC75CC7}" type="pres">
      <dgm:prSet presAssocID="{62C94661-8B96-4494-ACC5-DAB0FD563DE5}" presName="spacer" presStyleCnt="0"/>
      <dgm:spPr/>
    </dgm:pt>
    <dgm:pt modelId="{C4E7098A-11DB-4B98-9F39-2AE534736D07}" type="pres">
      <dgm:prSet presAssocID="{0FC9961B-73F2-4B7F-BCBB-6B272BDAB6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68ED2D-169E-40A3-8B2B-C25740B79A0C}" type="presOf" srcId="{E290D761-1A69-41EC-ADC0-3EEBAC220CE3}" destId="{443A5EA4-9E91-4565-9531-C4C0E7EC8553}" srcOrd="0" destOrd="0" presId="urn:microsoft.com/office/officeart/2005/8/layout/vList2"/>
    <dgm:cxn modelId="{CEFF6932-9CE8-4D57-8F94-1407668716C9}" srcId="{827B42CB-7703-4EF7-B168-8E805BDE1A6B}" destId="{0FC9961B-73F2-4B7F-BCBB-6B272BDAB6E1}" srcOrd="3" destOrd="0" parTransId="{0D2B677F-B490-43D4-8956-C2EC5EA07499}" sibTransId="{714E15EC-277E-4B88-9BE5-8F0EC9025627}"/>
    <dgm:cxn modelId="{29790835-02BD-437F-851D-45AFADC5849A}" type="presOf" srcId="{0FC9961B-73F2-4B7F-BCBB-6B272BDAB6E1}" destId="{C4E7098A-11DB-4B98-9F39-2AE534736D07}" srcOrd="0" destOrd="0" presId="urn:microsoft.com/office/officeart/2005/8/layout/vList2"/>
    <dgm:cxn modelId="{8896D73B-8AAC-4B64-9018-77F36A69864D}" srcId="{827B42CB-7703-4EF7-B168-8E805BDE1A6B}" destId="{DA11E446-4A77-4CB2-8C0B-ED4F3985EBE6}" srcOrd="2" destOrd="0" parTransId="{2190F2F9-361D-4542-82FE-45E45A832984}" sibTransId="{62C94661-8B96-4494-ACC5-DAB0FD563DE5}"/>
    <dgm:cxn modelId="{1958935C-734C-4734-922C-368C94D03DDF}" type="presOf" srcId="{DA11E446-4A77-4CB2-8C0B-ED4F3985EBE6}" destId="{CE9AE89F-9EC6-48EC-83CE-74229003DF62}" srcOrd="0" destOrd="0" presId="urn:microsoft.com/office/officeart/2005/8/layout/vList2"/>
    <dgm:cxn modelId="{91478354-1750-474D-9977-4DFC3A84A7A0}" srcId="{827B42CB-7703-4EF7-B168-8E805BDE1A6B}" destId="{C916A162-AEE0-4298-A22E-CE5810D03648}" srcOrd="1" destOrd="0" parTransId="{A6415013-FBBE-4343-80D3-ED13425C11DC}" sibTransId="{8843D91D-DC29-4085-9156-C67F7485222A}"/>
    <dgm:cxn modelId="{5464D457-1BD4-4092-894B-00EBC3305BB9}" srcId="{827B42CB-7703-4EF7-B168-8E805BDE1A6B}" destId="{E290D761-1A69-41EC-ADC0-3EEBAC220CE3}" srcOrd="0" destOrd="0" parTransId="{094F3F6C-3030-46AD-AA5C-F332A5CE5470}" sibTransId="{B330419A-3B03-4FD8-BCAF-3159211B36CC}"/>
    <dgm:cxn modelId="{34B46AA1-3A01-41C8-8F06-1505777E1AB0}" type="presOf" srcId="{827B42CB-7703-4EF7-B168-8E805BDE1A6B}" destId="{89164944-5240-4883-AA22-7DA53C87ED07}" srcOrd="0" destOrd="0" presId="urn:microsoft.com/office/officeart/2005/8/layout/vList2"/>
    <dgm:cxn modelId="{1FE1F5BC-1B7F-44DF-9691-F5BD922A0387}" type="presOf" srcId="{C916A162-AEE0-4298-A22E-CE5810D03648}" destId="{62B1B4D1-6CD3-44BC-BEEA-0E38E4DB5F46}" srcOrd="0" destOrd="0" presId="urn:microsoft.com/office/officeart/2005/8/layout/vList2"/>
    <dgm:cxn modelId="{360C165C-5217-4A60-A95D-687F997B9402}" type="presParOf" srcId="{89164944-5240-4883-AA22-7DA53C87ED07}" destId="{443A5EA4-9E91-4565-9531-C4C0E7EC8553}" srcOrd="0" destOrd="0" presId="urn:microsoft.com/office/officeart/2005/8/layout/vList2"/>
    <dgm:cxn modelId="{26735E35-8B39-4184-A4B2-C6C43F1FDA99}" type="presParOf" srcId="{89164944-5240-4883-AA22-7DA53C87ED07}" destId="{CFE8B6BB-4F9B-4826-960F-110DA9B71B73}" srcOrd="1" destOrd="0" presId="urn:microsoft.com/office/officeart/2005/8/layout/vList2"/>
    <dgm:cxn modelId="{96122EA1-1F17-4814-987F-9D01C81F6B1D}" type="presParOf" srcId="{89164944-5240-4883-AA22-7DA53C87ED07}" destId="{62B1B4D1-6CD3-44BC-BEEA-0E38E4DB5F46}" srcOrd="2" destOrd="0" presId="urn:microsoft.com/office/officeart/2005/8/layout/vList2"/>
    <dgm:cxn modelId="{A67BD170-7D21-4C62-9AAF-F5524C0DF835}" type="presParOf" srcId="{89164944-5240-4883-AA22-7DA53C87ED07}" destId="{D0BC4B86-1A92-4C64-8CD5-1A6DB13DC2C9}" srcOrd="3" destOrd="0" presId="urn:microsoft.com/office/officeart/2005/8/layout/vList2"/>
    <dgm:cxn modelId="{B0BE07EC-B693-41C9-96BE-5F3E56D339AA}" type="presParOf" srcId="{89164944-5240-4883-AA22-7DA53C87ED07}" destId="{CE9AE89F-9EC6-48EC-83CE-74229003DF62}" srcOrd="4" destOrd="0" presId="urn:microsoft.com/office/officeart/2005/8/layout/vList2"/>
    <dgm:cxn modelId="{3F8CAB94-4054-404D-B185-5D41663EE321}" type="presParOf" srcId="{89164944-5240-4883-AA22-7DA53C87ED07}" destId="{3CBA68F7-EA71-4A9C-A5BB-3E666EC75CC7}" srcOrd="5" destOrd="0" presId="urn:microsoft.com/office/officeart/2005/8/layout/vList2"/>
    <dgm:cxn modelId="{E1073150-0D70-4E09-99CB-F38DBB16B352}" type="presParOf" srcId="{89164944-5240-4883-AA22-7DA53C87ED07}" destId="{C4E7098A-11DB-4B98-9F39-2AE534736D0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F1BB8A0-DFA0-439B-BFF7-50707DA0DBAB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A2D46EC-E8E4-4037-8205-6ECF0844AD5F}">
      <dgm:prSet/>
      <dgm:spPr/>
      <dgm:t>
        <a:bodyPr/>
        <a:lstStyle/>
        <a:p>
          <a:r>
            <a:rPr lang="en-US"/>
            <a:t>1. Identificación del problema o necesidad.</a:t>
          </a:r>
        </a:p>
      </dgm:t>
    </dgm:pt>
    <dgm:pt modelId="{61F17F9D-60BB-4C10-9CE2-1EBBEB8646C3}" type="parTrans" cxnId="{A5D52ED0-A542-4C58-80C8-4FAD933F928B}">
      <dgm:prSet/>
      <dgm:spPr/>
      <dgm:t>
        <a:bodyPr/>
        <a:lstStyle/>
        <a:p>
          <a:endParaRPr lang="en-US"/>
        </a:p>
      </dgm:t>
    </dgm:pt>
    <dgm:pt modelId="{306CC25A-E53A-4D15-B592-6F44D412526E}" type="sibTrans" cxnId="{A5D52ED0-A542-4C58-80C8-4FAD933F928B}">
      <dgm:prSet/>
      <dgm:spPr/>
      <dgm:t>
        <a:bodyPr/>
        <a:lstStyle/>
        <a:p>
          <a:endParaRPr lang="en-US"/>
        </a:p>
      </dgm:t>
    </dgm:pt>
    <dgm:pt modelId="{8337E97F-F12F-4BD3-BC45-C7D42FE48D5C}">
      <dgm:prSet/>
      <dgm:spPr/>
      <dgm:t>
        <a:bodyPr/>
        <a:lstStyle/>
        <a:p>
          <a:r>
            <a:rPr lang="en-US"/>
            <a:t>2. Análisis del impacto.</a:t>
          </a:r>
        </a:p>
      </dgm:t>
    </dgm:pt>
    <dgm:pt modelId="{16941E7A-8DC6-47A2-8C3A-BB4830568414}" type="parTrans" cxnId="{FFBF2A61-4D24-45AF-892E-AF0EC25A0772}">
      <dgm:prSet/>
      <dgm:spPr/>
      <dgm:t>
        <a:bodyPr/>
        <a:lstStyle/>
        <a:p>
          <a:endParaRPr lang="en-US"/>
        </a:p>
      </dgm:t>
    </dgm:pt>
    <dgm:pt modelId="{ADED2A1D-605C-4D94-97AB-BF21E11EADB9}" type="sibTrans" cxnId="{FFBF2A61-4D24-45AF-892E-AF0EC25A0772}">
      <dgm:prSet/>
      <dgm:spPr/>
      <dgm:t>
        <a:bodyPr/>
        <a:lstStyle/>
        <a:p>
          <a:endParaRPr lang="en-US"/>
        </a:p>
      </dgm:t>
    </dgm:pt>
    <dgm:pt modelId="{23E144B7-99E1-44C5-8C92-5F7B2E083A19}">
      <dgm:prSet/>
      <dgm:spPr/>
      <dgm:t>
        <a:bodyPr/>
        <a:lstStyle/>
        <a:p>
          <a:r>
            <a:rPr lang="en-US"/>
            <a:t>3. Planificación de la solución.</a:t>
          </a:r>
        </a:p>
      </dgm:t>
    </dgm:pt>
    <dgm:pt modelId="{BC5E5395-E271-44B7-8955-F5A963F984CC}" type="parTrans" cxnId="{E367FCFE-6E58-488F-B710-B677AA4CCA7D}">
      <dgm:prSet/>
      <dgm:spPr/>
      <dgm:t>
        <a:bodyPr/>
        <a:lstStyle/>
        <a:p>
          <a:endParaRPr lang="en-US"/>
        </a:p>
      </dgm:t>
    </dgm:pt>
    <dgm:pt modelId="{84C7CCB3-A897-49D7-A589-895430820A71}" type="sibTrans" cxnId="{E367FCFE-6E58-488F-B710-B677AA4CCA7D}">
      <dgm:prSet/>
      <dgm:spPr/>
      <dgm:t>
        <a:bodyPr/>
        <a:lstStyle/>
        <a:p>
          <a:endParaRPr lang="en-US"/>
        </a:p>
      </dgm:t>
    </dgm:pt>
    <dgm:pt modelId="{684B71A3-CC80-4840-9157-D60075B2CB35}">
      <dgm:prSet/>
      <dgm:spPr/>
      <dgm:t>
        <a:bodyPr/>
        <a:lstStyle/>
        <a:p>
          <a:r>
            <a:rPr lang="en-US"/>
            <a:t>4. Implementación de los cambios.</a:t>
          </a:r>
        </a:p>
      </dgm:t>
    </dgm:pt>
    <dgm:pt modelId="{F8E64324-647C-4EF7-94A3-5929BC9DEB3F}" type="parTrans" cxnId="{3EF89E87-CF3D-43BA-8843-CC426BADE3A2}">
      <dgm:prSet/>
      <dgm:spPr/>
      <dgm:t>
        <a:bodyPr/>
        <a:lstStyle/>
        <a:p>
          <a:endParaRPr lang="en-US"/>
        </a:p>
      </dgm:t>
    </dgm:pt>
    <dgm:pt modelId="{ED4116D8-C127-4E34-9013-D6F01DFB010A}" type="sibTrans" cxnId="{3EF89E87-CF3D-43BA-8843-CC426BADE3A2}">
      <dgm:prSet/>
      <dgm:spPr/>
      <dgm:t>
        <a:bodyPr/>
        <a:lstStyle/>
        <a:p>
          <a:endParaRPr lang="en-US"/>
        </a:p>
      </dgm:t>
    </dgm:pt>
    <dgm:pt modelId="{F8712131-FA64-4ADC-816E-F3AD43AA02A0}">
      <dgm:prSet/>
      <dgm:spPr/>
      <dgm:t>
        <a:bodyPr/>
        <a:lstStyle/>
        <a:p>
          <a:r>
            <a:rPr lang="en-US"/>
            <a:t>5. Verificación y validación.</a:t>
          </a:r>
        </a:p>
      </dgm:t>
    </dgm:pt>
    <dgm:pt modelId="{DA6356E6-A190-46D5-B803-9DC414C8F7BA}" type="parTrans" cxnId="{703E583C-DCAC-4A7C-9FE4-AADE3AF221EA}">
      <dgm:prSet/>
      <dgm:spPr/>
      <dgm:t>
        <a:bodyPr/>
        <a:lstStyle/>
        <a:p>
          <a:endParaRPr lang="en-US"/>
        </a:p>
      </dgm:t>
    </dgm:pt>
    <dgm:pt modelId="{1A115995-92A7-4B23-B7C9-B5E3F3D331BD}" type="sibTrans" cxnId="{703E583C-DCAC-4A7C-9FE4-AADE3AF221EA}">
      <dgm:prSet/>
      <dgm:spPr/>
      <dgm:t>
        <a:bodyPr/>
        <a:lstStyle/>
        <a:p>
          <a:endParaRPr lang="en-US"/>
        </a:p>
      </dgm:t>
    </dgm:pt>
    <dgm:pt modelId="{6F7E35A2-A9F3-47F3-B06C-A0CAA97C3BE5}">
      <dgm:prSet/>
      <dgm:spPr/>
      <dgm:t>
        <a:bodyPr/>
        <a:lstStyle/>
        <a:p>
          <a:r>
            <a:rPr lang="en-US"/>
            <a:t>6. Actualización de la documentación.</a:t>
          </a:r>
        </a:p>
      </dgm:t>
    </dgm:pt>
    <dgm:pt modelId="{1F20C717-5B8F-4E2B-96A0-8D0F27F5AB51}" type="parTrans" cxnId="{8A0BD851-73BA-411A-B617-2CACA54F9E80}">
      <dgm:prSet/>
      <dgm:spPr/>
      <dgm:t>
        <a:bodyPr/>
        <a:lstStyle/>
        <a:p>
          <a:endParaRPr lang="en-US"/>
        </a:p>
      </dgm:t>
    </dgm:pt>
    <dgm:pt modelId="{E57323F8-46E4-4052-AF30-E0857F51D22C}" type="sibTrans" cxnId="{8A0BD851-73BA-411A-B617-2CACA54F9E80}">
      <dgm:prSet/>
      <dgm:spPr/>
      <dgm:t>
        <a:bodyPr/>
        <a:lstStyle/>
        <a:p>
          <a:endParaRPr lang="en-US"/>
        </a:p>
      </dgm:t>
    </dgm:pt>
    <dgm:pt modelId="{5EF9AD73-247E-47C8-A001-BC6B5B9ABC1E}" type="pres">
      <dgm:prSet presAssocID="{6F1BB8A0-DFA0-439B-BFF7-50707DA0DBAB}" presName="diagram" presStyleCnt="0">
        <dgm:presLayoutVars>
          <dgm:dir/>
          <dgm:resizeHandles val="exact"/>
        </dgm:presLayoutVars>
      </dgm:prSet>
      <dgm:spPr/>
    </dgm:pt>
    <dgm:pt modelId="{503318F7-4179-43D8-B169-CF30826D5F11}" type="pres">
      <dgm:prSet presAssocID="{4A2D46EC-E8E4-4037-8205-6ECF0844AD5F}" presName="node" presStyleLbl="node1" presStyleIdx="0" presStyleCnt="6">
        <dgm:presLayoutVars>
          <dgm:bulletEnabled val="1"/>
        </dgm:presLayoutVars>
      </dgm:prSet>
      <dgm:spPr/>
    </dgm:pt>
    <dgm:pt modelId="{B9977E0E-5BF8-44A6-821F-57BAC4BAA393}" type="pres">
      <dgm:prSet presAssocID="{306CC25A-E53A-4D15-B592-6F44D412526E}" presName="sibTrans" presStyleCnt="0"/>
      <dgm:spPr/>
    </dgm:pt>
    <dgm:pt modelId="{D6CCB340-845A-43B1-95D4-56D68B4152A7}" type="pres">
      <dgm:prSet presAssocID="{8337E97F-F12F-4BD3-BC45-C7D42FE48D5C}" presName="node" presStyleLbl="node1" presStyleIdx="1" presStyleCnt="6">
        <dgm:presLayoutVars>
          <dgm:bulletEnabled val="1"/>
        </dgm:presLayoutVars>
      </dgm:prSet>
      <dgm:spPr/>
    </dgm:pt>
    <dgm:pt modelId="{A56325B9-EC12-46AB-AE49-39910B6E5EB3}" type="pres">
      <dgm:prSet presAssocID="{ADED2A1D-605C-4D94-97AB-BF21E11EADB9}" presName="sibTrans" presStyleCnt="0"/>
      <dgm:spPr/>
    </dgm:pt>
    <dgm:pt modelId="{3BD135BF-DF49-4D7A-B27E-F29B0F158744}" type="pres">
      <dgm:prSet presAssocID="{23E144B7-99E1-44C5-8C92-5F7B2E083A19}" presName="node" presStyleLbl="node1" presStyleIdx="2" presStyleCnt="6">
        <dgm:presLayoutVars>
          <dgm:bulletEnabled val="1"/>
        </dgm:presLayoutVars>
      </dgm:prSet>
      <dgm:spPr/>
    </dgm:pt>
    <dgm:pt modelId="{F2B5DB00-58D9-4895-9F29-74F8B24952F9}" type="pres">
      <dgm:prSet presAssocID="{84C7CCB3-A897-49D7-A589-895430820A71}" presName="sibTrans" presStyleCnt="0"/>
      <dgm:spPr/>
    </dgm:pt>
    <dgm:pt modelId="{8747BEA2-5BCB-443A-9299-A7FF04517C15}" type="pres">
      <dgm:prSet presAssocID="{684B71A3-CC80-4840-9157-D60075B2CB35}" presName="node" presStyleLbl="node1" presStyleIdx="3" presStyleCnt="6">
        <dgm:presLayoutVars>
          <dgm:bulletEnabled val="1"/>
        </dgm:presLayoutVars>
      </dgm:prSet>
      <dgm:spPr/>
    </dgm:pt>
    <dgm:pt modelId="{C9A6DB47-8C64-48D9-A782-22F86D3EAEBA}" type="pres">
      <dgm:prSet presAssocID="{ED4116D8-C127-4E34-9013-D6F01DFB010A}" presName="sibTrans" presStyleCnt="0"/>
      <dgm:spPr/>
    </dgm:pt>
    <dgm:pt modelId="{F822D77A-E4E1-4667-9856-8FD4A7383407}" type="pres">
      <dgm:prSet presAssocID="{F8712131-FA64-4ADC-816E-F3AD43AA02A0}" presName="node" presStyleLbl="node1" presStyleIdx="4" presStyleCnt="6">
        <dgm:presLayoutVars>
          <dgm:bulletEnabled val="1"/>
        </dgm:presLayoutVars>
      </dgm:prSet>
      <dgm:spPr/>
    </dgm:pt>
    <dgm:pt modelId="{AC292233-090E-48F2-B2E1-2C5B6190DAE6}" type="pres">
      <dgm:prSet presAssocID="{1A115995-92A7-4B23-B7C9-B5E3F3D331BD}" presName="sibTrans" presStyleCnt="0"/>
      <dgm:spPr/>
    </dgm:pt>
    <dgm:pt modelId="{5A5A8DD1-0C1F-4219-9C59-478A6F095566}" type="pres">
      <dgm:prSet presAssocID="{6F7E35A2-A9F3-47F3-B06C-A0CAA97C3BE5}" presName="node" presStyleLbl="node1" presStyleIdx="5" presStyleCnt="6">
        <dgm:presLayoutVars>
          <dgm:bulletEnabled val="1"/>
        </dgm:presLayoutVars>
      </dgm:prSet>
      <dgm:spPr/>
    </dgm:pt>
  </dgm:ptLst>
  <dgm:cxnLst>
    <dgm:cxn modelId="{97197C06-823E-4C4D-920D-E33193FAEE72}" type="presOf" srcId="{684B71A3-CC80-4840-9157-D60075B2CB35}" destId="{8747BEA2-5BCB-443A-9299-A7FF04517C15}" srcOrd="0" destOrd="0" presId="urn:microsoft.com/office/officeart/2005/8/layout/default"/>
    <dgm:cxn modelId="{5BB81620-C682-444F-B65C-735FC52CD219}" type="presOf" srcId="{6F1BB8A0-DFA0-439B-BFF7-50707DA0DBAB}" destId="{5EF9AD73-247E-47C8-A001-BC6B5B9ABC1E}" srcOrd="0" destOrd="0" presId="urn:microsoft.com/office/officeart/2005/8/layout/default"/>
    <dgm:cxn modelId="{846E3C34-B9A9-413A-B47C-DDE902B340A0}" type="presOf" srcId="{4A2D46EC-E8E4-4037-8205-6ECF0844AD5F}" destId="{503318F7-4179-43D8-B169-CF30826D5F11}" srcOrd="0" destOrd="0" presId="urn:microsoft.com/office/officeart/2005/8/layout/default"/>
    <dgm:cxn modelId="{703E583C-DCAC-4A7C-9FE4-AADE3AF221EA}" srcId="{6F1BB8A0-DFA0-439B-BFF7-50707DA0DBAB}" destId="{F8712131-FA64-4ADC-816E-F3AD43AA02A0}" srcOrd="4" destOrd="0" parTransId="{DA6356E6-A190-46D5-B803-9DC414C8F7BA}" sibTransId="{1A115995-92A7-4B23-B7C9-B5E3F3D331BD}"/>
    <dgm:cxn modelId="{FFBF2A61-4D24-45AF-892E-AF0EC25A0772}" srcId="{6F1BB8A0-DFA0-439B-BFF7-50707DA0DBAB}" destId="{8337E97F-F12F-4BD3-BC45-C7D42FE48D5C}" srcOrd="1" destOrd="0" parTransId="{16941E7A-8DC6-47A2-8C3A-BB4830568414}" sibTransId="{ADED2A1D-605C-4D94-97AB-BF21E11EADB9}"/>
    <dgm:cxn modelId="{9D62AD48-AF0A-41E6-B1A8-8BF03C3062B3}" type="presOf" srcId="{23E144B7-99E1-44C5-8C92-5F7B2E083A19}" destId="{3BD135BF-DF49-4D7A-B27E-F29B0F158744}" srcOrd="0" destOrd="0" presId="urn:microsoft.com/office/officeart/2005/8/layout/default"/>
    <dgm:cxn modelId="{8A0BD851-73BA-411A-B617-2CACA54F9E80}" srcId="{6F1BB8A0-DFA0-439B-BFF7-50707DA0DBAB}" destId="{6F7E35A2-A9F3-47F3-B06C-A0CAA97C3BE5}" srcOrd="5" destOrd="0" parTransId="{1F20C717-5B8F-4E2B-96A0-8D0F27F5AB51}" sibTransId="{E57323F8-46E4-4052-AF30-E0857F51D22C}"/>
    <dgm:cxn modelId="{3EF89E87-CF3D-43BA-8843-CC426BADE3A2}" srcId="{6F1BB8A0-DFA0-439B-BFF7-50707DA0DBAB}" destId="{684B71A3-CC80-4840-9157-D60075B2CB35}" srcOrd="3" destOrd="0" parTransId="{F8E64324-647C-4EF7-94A3-5929BC9DEB3F}" sibTransId="{ED4116D8-C127-4E34-9013-D6F01DFB010A}"/>
    <dgm:cxn modelId="{6BE85B98-13BF-4792-B5F0-1DE90E33B8D5}" type="presOf" srcId="{6F7E35A2-A9F3-47F3-B06C-A0CAA97C3BE5}" destId="{5A5A8DD1-0C1F-4219-9C59-478A6F095566}" srcOrd="0" destOrd="0" presId="urn:microsoft.com/office/officeart/2005/8/layout/default"/>
    <dgm:cxn modelId="{52F779A1-91C6-4B58-87D9-7E3D804EAB6F}" type="presOf" srcId="{8337E97F-F12F-4BD3-BC45-C7D42FE48D5C}" destId="{D6CCB340-845A-43B1-95D4-56D68B4152A7}" srcOrd="0" destOrd="0" presId="urn:microsoft.com/office/officeart/2005/8/layout/default"/>
    <dgm:cxn modelId="{A5D52ED0-A542-4C58-80C8-4FAD933F928B}" srcId="{6F1BB8A0-DFA0-439B-BFF7-50707DA0DBAB}" destId="{4A2D46EC-E8E4-4037-8205-6ECF0844AD5F}" srcOrd="0" destOrd="0" parTransId="{61F17F9D-60BB-4C10-9CE2-1EBBEB8646C3}" sibTransId="{306CC25A-E53A-4D15-B592-6F44D412526E}"/>
    <dgm:cxn modelId="{D94DA1FD-293D-4C1D-875C-D2F8CEB476E6}" type="presOf" srcId="{F8712131-FA64-4ADC-816E-F3AD43AA02A0}" destId="{F822D77A-E4E1-4667-9856-8FD4A7383407}" srcOrd="0" destOrd="0" presId="urn:microsoft.com/office/officeart/2005/8/layout/default"/>
    <dgm:cxn modelId="{E367FCFE-6E58-488F-B710-B677AA4CCA7D}" srcId="{6F1BB8A0-DFA0-439B-BFF7-50707DA0DBAB}" destId="{23E144B7-99E1-44C5-8C92-5F7B2E083A19}" srcOrd="2" destOrd="0" parTransId="{BC5E5395-E271-44B7-8955-F5A963F984CC}" sibTransId="{84C7CCB3-A897-49D7-A589-895430820A71}"/>
    <dgm:cxn modelId="{2F26F7ED-BA31-4FC2-A5B8-51DE623F7A1B}" type="presParOf" srcId="{5EF9AD73-247E-47C8-A001-BC6B5B9ABC1E}" destId="{503318F7-4179-43D8-B169-CF30826D5F11}" srcOrd="0" destOrd="0" presId="urn:microsoft.com/office/officeart/2005/8/layout/default"/>
    <dgm:cxn modelId="{66031DFE-4643-4F41-8A0D-9247EB5B244A}" type="presParOf" srcId="{5EF9AD73-247E-47C8-A001-BC6B5B9ABC1E}" destId="{B9977E0E-5BF8-44A6-821F-57BAC4BAA393}" srcOrd="1" destOrd="0" presId="urn:microsoft.com/office/officeart/2005/8/layout/default"/>
    <dgm:cxn modelId="{78C4DA5F-606E-40BD-A24E-DD46C06C91F9}" type="presParOf" srcId="{5EF9AD73-247E-47C8-A001-BC6B5B9ABC1E}" destId="{D6CCB340-845A-43B1-95D4-56D68B4152A7}" srcOrd="2" destOrd="0" presId="urn:microsoft.com/office/officeart/2005/8/layout/default"/>
    <dgm:cxn modelId="{C27368BD-7398-4331-8FDC-7D3990A9E89A}" type="presParOf" srcId="{5EF9AD73-247E-47C8-A001-BC6B5B9ABC1E}" destId="{A56325B9-EC12-46AB-AE49-39910B6E5EB3}" srcOrd="3" destOrd="0" presId="urn:microsoft.com/office/officeart/2005/8/layout/default"/>
    <dgm:cxn modelId="{F9BF6851-E300-4F1A-AC53-2BDC92E7B3DE}" type="presParOf" srcId="{5EF9AD73-247E-47C8-A001-BC6B5B9ABC1E}" destId="{3BD135BF-DF49-4D7A-B27E-F29B0F158744}" srcOrd="4" destOrd="0" presId="urn:microsoft.com/office/officeart/2005/8/layout/default"/>
    <dgm:cxn modelId="{16BBF2B8-4697-4191-A7E0-5EB6D509EDEA}" type="presParOf" srcId="{5EF9AD73-247E-47C8-A001-BC6B5B9ABC1E}" destId="{F2B5DB00-58D9-4895-9F29-74F8B24952F9}" srcOrd="5" destOrd="0" presId="urn:microsoft.com/office/officeart/2005/8/layout/default"/>
    <dgm:cxn modelId="{963DB2CA-D38A-498F-BEA0-31325B3E092A}" type="presParOf" srcId="{5EF9AD73-247E-47C8-A001-BC6B5B9ABC1E}" destId="{8747BEA2-5BCB-443A-9299-A7FF04517C15}" srcOrd="6" destOrd="0" presId="urn:microsoft.com/office/officeart/2005/8/layout/default"/>
    <dgm:cxn modelId="{446E1F4C-AF31-4B8D-B85B-7FE7039CFD3B}" type="presParOf" srcId="{5EF9AD73-247E-47C8-A001-BC6B5B9ABC1E}" destId="{C9A6DB47-8C64-48D9-A782-22F86D3EAEBA}" srcOrd="7" destOrd="0" presId="urn:microsoft.com/office/officeart/2005/8/layout/default"/>
    <dgm:cxn modelId="{D47DB8AA-2125-4598-ACB8-9F4F59490D01}" type="presParOf" srcId="{5EF9AD73-247E-47C8-A001-BC6B5B9ABC1E}" destId="{F822D77A-E4E1-4667-9856-8FD4A7383407}" srcOrd="8" destOrd="0" presId="urn:microsoft.com/office/officeart/2005/8/layout/default"/>
    <dgm:cxn modelId="{FF20FF0B-538C-470C-83AC-002AD1BDF5A7}" type="presParOf" srcId="{5EF9AD73-247E-47C8-A001-BC6B5B9ABC1E}" destId="{AC292233-090E-48F2-B2E1-2C5B6190DAE6}" srcOrd="9" destOrd="0" presId="urn:microsoft.com/office/officeart/2005/8/layout/default"/>
    <dgm:cxn modelId="{618E8FA6-D679-42A1-83B0-03B02EAC2F24}" type="presParOf" srcId="{5EF9AD73-247E-47C8-A001-BC6B5B9ABC1E}" destId="{5A5A8DD1-0C1F-4219-9C59-478A6F09556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4A7B917-BCA3-4D5A-B66F-E83F3E0C89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DC4540-BB98-4601-9893-239D05CDF6B1}">
      <dgm:prSet/>
      <dgm:spPr/>
      <dgm:t>
        <a:bodyPr/>
        <a:lstStyle/>
        <a:p>
          <a:r>
            <a:rPr lang="en-US"/>
            <a:t>Complejidad creciente del software.</a:t>
          </a:r>
        </a:p>
      </dgm:t>
    </dgm:pt>
    <dgm:pt modelId="{64ED5682-3C77-4C32-B85F-57C286273D77}" type="parTrans" cxnId="{BFC61D14-6EA0-4D60-A138-53EF2B25F2A1}">
      <dgm:prSet/>
      <dgm:spPr/>
      <dgm:t>
        <a:bodyPr/>
        <a:lstStyle/>
        <a:p>
          <a:endParaRPr lang="en-US"/>
        </a:p>
      </dgm:t>
    </dgm:pt>
    <dgm:pt modelId="{10A279C9-5BAD-4C82-8B5E-AB042896F746}" type="sibTrans" cxnId="{BFC61D14-6EA0-4D60-A138-53EF2B25F2A1}">
      <dgm:prSet/>
      <dgm:spPr/>
      <dgm:t>
        <a:bodyPr/>
        <a:lstStyle/>
        <a:p>
          <a:endParaRPr lang="en-US"/>
        </a:p>
      </dgm:t>
    </dgm:pt>
    <dgm:pt modelId="{0CA68880-069D-498D-9BDF-B80E46079F51}">
      <dgm:prSet/>
      <dgm:spPr/>
      <dgm:t>
        <a:bodyPr/>
        <a:lstStyle/>
        <a:p>
          <a:r>
            <a:rPr lang="en-US"/>
            <a:t>Falta de documentación adecuada.</a:t>
          </a:r>
        </a:p>
      </dgm:t>
    </dgm:pt>
    <dgm:pt modelId="{02A582EA-6F0C-4CFE-B929-FB73D715F957}" type="parTrans" cxnId="{FCB75AC2-5439-42E6-BC08-AFF16E73A7AE}">
      <dgm:prSet/>
      <dgm:spPr/>
      <dgm:t>
        <a:bodyPr/>
        <a:lstStyle/>
        <a:p>
          <a:endParaRPr lang="en-US"/>
        </a:p>
      </dgm:t>
    </dgm:pt>
    <dgm:pt modelId="{049918E5-E521-4529-A847-5F02F77B715D}" type="sibTrans" cxnId="{FCB75AC2-5439-42E6-BC08-AFF16E73A7AE}">
      <dgm:prSet/>
      <dgm:spPr/>
      <dgm:t>
        <a:bodyPr/>
        <a:lstStyle/>
        <a:p>
          <a:endParaRPr lang="en-US"/>
        </a:p>
      </dgm:t>
    </dgm:pt>
    <dgm:pt modelId="{4E7E7CC4-B8EB-453A-8FB9-08459A3D1027}">
      <dgm:prSet/>
      <dgm:spPr/>
      <dgm:t>
        <a:bodyPr/>
        <a:lstStyle/>
        <a:p>
          <a:r>
            <a:rPr lang="en-US"/>
            <a:t>Dependencia de tecnologías obsoletas.</a:t>
          </a:r>
        </a:p>
      </dgm:t>
    </dgm:pt>
    <dgm:pt modelId="{3D1525BE-AF58-4A98-AFF7-921FB08F073D}" type="parTrans" cxnId="{2BCA25EF-9B5D-4FC9-9A07-B7A1DD0A9E69}">
      <dgm:prSet/>
      <dgm:spPr/>
      <dgm:t>
        <a:bodyPr/>
        <a:lstStyle/>
        <a:p>
          <a:endParaRPr lang="en-US"/>
        </a:p>
      </dgm:t>
    </dgm:pt>
    <dgm:pt modelId="{C2FEF453-DAC5-4133-90C6-14F7A889D2B7}" type="sibTrans" cxnId="{2BCA25EF-9B5D-4FC9-9A07-B7A1DD0A9E69}">
      <dgm:prSet/>
      <dgm:spPr/>
      <dgm:t>
        <a:bodyPr/>
        <a:lstStyle/>
        <a:p>
          <a:endParaRPr lang="en-US"/>
        </a:p>
      </dgm:t>
    </dgm:pt>
    <dgm:pt modelId="{45FF82D5-9046-4E80-A783-766D1AEC0CCB}">
      <dgm:prSet/>
      <dgm:spPr/>
      <dgm:t>
        <a:bodyPr/>
        <a:lstStyle/>
        <a:p>
          <a:r>
            <a:rPr lang="en-US"/>
            <a:t>Costos elevados y gestión de recursos humanos.</a:t>
          </a:r>
        </a:p>
      </dgm:t>
    </dgm:pt>
    <dgm:pt modelId="{6E074761-5354-4090-A6FB-BA05E02CAC9B}" type="parTrans" cxnId="{C8B8F519-FB4F-4277-8090-7194670CF31F}">
      <dgm:prSet/>
      <dgm:spPr/>
      <dgm:t>
        <a:bodyPr/>
        <a:lstStyle/>
        <a:p>
          <a:endParaRPr lang="en-US"/>
        </a:p>
      </dgm:t>
    </dgm:pt>
    <dgm:pt modelId="{23ABFACE-BB55-42EA-BE64-03704ACA4AC2}" type="sibTrans" cxnId="{C8B8F519-FB4F-4277-8090-7194670CF31F}">
      <dgm:prSet/>
      <dgm:spPr/>
      <dgm:t>
        <a:bodyPr/>
        <a:lstStyle/>
        <a:p>
          <a:endParaRPr lang="en-US"/>
        </a:p>
      </dgm:t>
    </dgm:pt>
    <dgm:pt modelId="{232A64C0-8860-4A6A-A75D-FC439B8AFB9D}" type="pres">
      <dgm:prSet presAssocID="{04A7B917-BCA3-4D5A-B66F-E83F3E0C8946}" presName="root" presStyleCnt="0">
        <dgm:presLayoutVars>
          <dgm:dir/>
          <dgm:resizeHandles val="exact"/>
        </dgm:presLayoutVars>
      </dgm:prSet>
      <dgm:spPr/>
    </dgm:pt>
    <dgm:pt modelId="{56FE09AD-C8BF-4A8F-8299-CE1F52A25683}" type="pres">
      <dgm:prSet presAssocID="{6BDC4540-BB98-4601-9893-239D05CDF6B1}" presName="compNode" presStyleCnt="0"/>
      <dgm:spPr/>
    </dgm:pt>
    <dgm:pt modelId="{EA0E5DEF-B2F0-4A41-9CBC-F197CE37FE35}" type="pres">
      <dgm:prSet presAssocID="{6BDC4540-BB98-4601-9893-239D05CDF6B1}" presName="bgRect" presStyleLbl="bgShp" presStyleIdx="0" presStyleCnt="4"/>
      <dgm:spPr/>
    </dgm:pt>
    <dgm:pt modelId="{8C11E432-E405-438E-BCB0-106073A14650}" type="pres">
      <dgm:prSet presAssocID="{6BDC4540-BB98-4601-9893-239D05CDF6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B6A2A9A8-E06F-4B62-AD32-30438DD6DBD7}" type="pres">
      <dgm:prSet presAssocID="{6BDC4540-BB98-4601-9893-239D05CDF6B1}" presName="spaceRect" presStyleCnt="0"/>
      <dgm:spPr/>
    </dgm:pt>
    <dgm:pt modelId="{90528AD7-BE3C-43DB-A397-B56E2B8679D8}" type="pres">
      <dgm:prSet presAssocID="{6BDC4540-BB98-4601-9893-239D05CDF6B1}" presName="parTx" presStyleLbl="revTx" presStyleIdx="0" presStyleCnt="4">
        <dgm:presLayoutVars>
          <dgm:chMax val="0"/>
          <dgm:chPref val="0"/>
        </dgm:presLayoutVars>
      </dgm:prSet>
      <dgm:spPr/>
    </dgm:pt>
    <dgm:pt modelId="{E81DA4C5-EB2D-45BC-99A8-6D42A6DC6C6E}" type="pres">
      <dgm:prSet presAssocID="{10A279C9-5BAD-4C82-8B5E-AB042896F746}" presName="sibTrans" presStyleCnt="0"/>
      <dgm:spPr/>
    </dgm:pt>
    <dgm:pt modelId="{016170F3-ACF3-4727-824A-79195DD6855C}" type="pres">
      <dgm:prSet presAssocID="{0CA68880-069D-498D-9BDF-B80E46079F51}" presName="compNode" presStyleCnt="0"/>
      <dgm:spPr/>
    </dgm:pt>
    <dgm:pt modelId="{C77E881C-569C-4492-BF40-6F63327F6439}" type="pres">
      <dgm:prSet presAssocID="{0CA68880-069D-498D-9BDF-B80E46079F51}" presName="bgRect" presStyleLbl="bgShp" presStyleIdx="1" presStyleCnt="4"/>
      <dgm:spPr/>
    </dgm:pt>
    <dgm:pt modelId="{6631D61D-F695-4968-8AEA-513F77ECC060}" type="pres">
      <dgm:prSet presAssocID="{0CA68880-069D-498D-9BDF-B80E46079F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D9A2C974-B685-4FDF-87E6-444BEEFA5572}" type="pres">
      <dgm:prSet presAssocID="{0CA68880-069D-498D-9BDF-B80E46079F51}" presName="spaceRect" presStyleCnt="0"/>
      <dgm:spPr/>
    </dgm:pt>
    <dgm:pt modelId="{6BAF35CA-731C-4F87-9195-4C3E3055BBC0}" type="pres">
      <dgm:prSet presAssocID="{0CA68880-069D-498D-9BDF-B80E46079F51}" presName="parTx" presStyleLbl="revTx" presStyleIdx="1" presStyleCnt="4">
        <dgm:presLayoutVars>
          <dgm:chMax val="0"/>
          <dgm:chPref val="0"/>
        </dgm:presLayoutVars>
      </dgm:prSet>
      <dgm:spPr/>
    </dgm:pt>
    <dgm:pt modelId="{A9AF9F77-064D-45C0-9AD4-7CB8C411ACED}" type="pres">
      <dgm:prSet presAssocID="{049918E5-E521-4529-A847-5F02F77B715D}" presName="sibTrans" presStyleCnt="0"/>
      <dgm:spPr/>
    </dgm:pt>
    <dgm:pt modelId="{EED00661-0F5A-487E-87A3-CB79E551AC97}" type="pres">
      <dgm:prSet presAssocID="{4E7E7CC4-B8EB-453A-8FB9-08459A3D1027}" presName="compNode" presStyleCnt="0"/>
      <dgm:spPr/>
    </dgm:pt>
    <dgm:pt modelId="{718C416C-4913-481A-8704-A0268A980CDD}" type="pres">
      <dgm:prSet presAssocID="{4E7E7CC4-B8EB-453A-8FB9-08459A3D1027}" presName="bgRect" presStyleLbl="bgShp" presStyleIdx="2" presStyleCnt="4"/>
      <dgm:spPr/>
    </dgm:pt>
    <dgm:pt modelId="{DA430B0D-F3D5-49C4-A272-04F552C4C1E1}" type="pres">
      <dgm:prSet presAssocID="{4E7E7CC4-B8EB-453A-8FB9-08459A3D10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AF51FA84-D0D4-4D50-90C3-33079689B591}" type="pres">
      <dgm:prSet presAssocID="{4E7E7CC4-B8EB-453A-8FB9-08459A3D1027}" presName="spaceRect" presStyleCnt="0"/>
      <dgm:spPr/>
    </dgm:pt>
    <dgm:pt modelId="{9FEC8B95-7D82-47DB-81F9-7A578ED22288}" type="pres">
      <dgm:prSet presAssocID="{4E7E7CC4-B8EB-453A-8FB9-08459A3D1027}" presName="parTx" presStyleLbl="revTx" presStyleIdx="2" presStyleCnt="4">
        <dgm:presLayoutVars>
          <dgm:chMax val="0"/>
          <dgm:chPref val="0"/>
        </dgm:presLayoutVars>
      </dgm:prSet>
      <dgm:spPr/>
    </dgm:pt>
    <dgm:pt modelId="{5F0B2109-5DEC-435E-9A5D-66BE1E980538}" type="pres">
      <dgm:prSet presAssocID="{C2FEF453-DAC5-4133-90C6-14F7A889D2B7}" presName="sibTrans" presStyleCnt="0"/>
      <dgm:spPr/>
    </dgm:pt>
    <dgm:pt modelId="{A612F370-975E-474A-8B89-F9F32BB1CCBC}" type="pres">
      <dgm:prSet presAssocID="{45FF82D5-9046-4E80-A783-766D1AEC0CCB}" presName="compNode" presStyleCnt="0"/>
      <dgm:spPr/>
    </dgm:pt>
    <dgm:pt modelId="{426211B7-4E30-4A40-8162-FC70E77B60ED}" type="pres">
      <dgm:prSet presAssocID="{45FF82D5-9046-4E80-A783-766D1AEC0CCB}" presName="bgRect" presStyleLbl="bgShp" presStyleIdx="3" presStyleCnt="4"/>
      <dgm:spPr/>
    </dgm:pt>
    <dgm:pt modelId="{A06377D7-E9DE-4156-A8B1-CE502C48625C}" type="pres">
      <dgm:prSet presAssocID="{45FF82D5-9046-4E80-A783-766D1AEC0C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9CB5EA74-819C-4A71-AF69-0F921FD93E91}" type="pres">
      <dgm:prSet presAssocID="{45FF82D5-9046-4E80-A783-766D1AEC0CCB}" presName="spaceRect" presStyleCnt="0"/>
      <dgm:spPr/>
    </dgm:pt>
    <dgm:pt modelId="{D2B31AE1-6436-406E-84C1-DA742BE71AE5}" type="pres">
      <dgm:prSet presAssocID="{45FF82D5-9046-4E80-A783-766D1AEC0CC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98C4112-771C-4EF0-8410-129C557C8941}" type="presOf" srcId="{4E7E7CC4-B8EB-453A-8FB9-08459A3D1027}" destId="{9FEC8B95-7D82-47DB-81F9-7A578ED22288}" srcOrd="0" destOrd="0" presId="urn:microsoft.com/office/officeart/2018/2/layout/IconVerticalSolidList"/>
    <dgm:cxn modelId="{BFC61D14-6EA0-4D60-A138-53EF2B25F2A1}" srcId="{04A7B917-BCA3-4D5A-B66F-E83F3E0C8946}" destId="{6BDC4540-BB98-4601-9893-239D05CDF6B1}" srcOrd="0" destOrd="0" parTransId="{64ED5682-3C77-4C32-B85F-57C286273D77}" sibTransId="{10A279C9-5BAD-4C82-8B5E-AB042896F746}"/>
    <dgm:cxn modelId="{C8B8F519-FB4F-4277-8090-7194670CF31F}" srcId="{04A7B917-BCA3-4D5A-B66F-E83F3E0C8946}" destId="{45FF82D5-9046-4E80-A783-766D1AEC0CCB}" srcOrd="3" destOrd="0" parTransId="{6E074761-5354-4090-A6FB-BA05E02CAC9B}" sibTransId="{23ABFACE-BB55-42EA-BE64-03704ACA4AC2}"/>
    <dgm:cxn modelId="{4AEDAC1C-EF0F-4D4C-B2C2-95F6F978A787}" type="presOf" srcId="{6BDC4540-BB98-4601-9893-239D05CDF6B1}" destId="{90528AD7-BE3C-43DB-A397-B56E2B8679D8}" srcOrd="0" destOrd="0" presId="urn:microsoft.com/office/officeart/2018/2/layout/IconVerticalSolidList"/>
    <dgm:cxn modelId="{609E5944-0E12-4BD1-9E1C-D27A57E5445C}" type="presOf" srcId="{45FF82D5-9046-4E80-A783-766D1AEC0CCB}" destId="{D2B31AE1-6436-406E-84C1-DA742BE71AE5}" srcOrd="0" destOrd="0" presId="urn:microsoft.com/office/officeart/2018/2/layout/IconVerticalSolidList"/>
    <dgm:cxn modelId="{A16BC049-E8F9-41AF-A988-1454CDA656EC}" type="presOf" srcId="{04A7B917-BCA3-4D5A-B66F-E83F3E0C8946}" destId="{232A64C0-8860-4A6A-A75D-FC439B8AFB9D}" srcOrd="0" destOrd="0" presId="urn:microsoft.com/office/officeart/2018/2/layout/IconVerticalSolidList"/>
    <dgm:cxn modelId="{64163DB7-0A38-4BB9-BD3E-8ADEC65EF2C3}" type="presOf" srcId="{0CA68880-069D-498D-9BDF-B80E46079F51}" destId="{6BAF35CA-731C-4F87-9195-4C3E3055BBC0}" srcOrd="0" destOrd="0" presId="urn:microsoft.com/office/officeart/2018/2/layout/IconVerticalSolidList"/>
    <dgm:cxn modelId="{FCB75AC2-5439-42E6-BC08-AFF16E73A7AE}" srcId="{04A7B917-BCA3-4D5A-B66F-E83F3E0C8946}" destId="{0CA68880-069D-498D-9BDF-B80E46079F51}" srcOrd="1" destOrd="0" parTransId="{02A582EA-6F0C-4CFE-B929-FB73D715F957}" sibTransId="{049918E5-E521-4529-A847-5F02F77B715D}"/>
    <dgm:cxn modelId="{2BCA25EF-9B5D-4FC9-9A07-B7A1DD0A9E69}" srcId="{04A7B917-BCA3-4D5A-B66F-E83F3E0C8946}" destId="{4E7E7CC4-B8EB-453A-8FB9-08459A3D1027}" srcOrd="2" destOrd="0" parTransId="{3D1525BE-AF58-4A98-AFF7-921FB08F073D}" sibTransId="{C2FEF453-DAC5-4133-90C6-14F7A889D2B7}"/>
    <dgm:cxn modelId="{4AFA05B4-3652-400A-8FD9-78A02B90B2CC}" type="presParOf" srcId="{232A64C0-8860-4A6A-A75D-FC439B8AFB9D}" destId="{56FE09AD-C8BF-4A8F-8299-CE1F52A25683}" srcOrd="0" destOrd="0" presId="urn:microsoft.com/office/officeart/2018/2/layout/IconVerticalSolidList"/>
    <dgm:cxn modelId="{04B8E3F4-E9F2-45ED-BBF7-C39174D82279}" type="presParOf" srcId="{56FE09AD-C8BF-4A8F-8299-CE1F52A25683}" destId="{EA0E5DEF-B2F0-4A41-9CBC-F197CE37FE35}" srcOrd="0" destOrd="0" presId="urn:microsoft.com/office/officeart/2018/2/layout/IconVerticalSolidList"/>
    <dgm:cxn modelId="{A907F3E4-86DE-4C3A-9EB7-A4E4AEF37388}" type="presParOf" srcId="{56FE09AD-C8BF-4A8F-8299-CE1F52A25683}" destId="{8C11E432-E405-438E-BCB0-106073A14650}" srcOrd="1" destOrd="0" presId="urn:microsoft.com/office/officeart/2018/2/layout/IconVerticalSolidList"/>
    <dgm:cxn modelId="{7F6D8C5D-5534-43CD-98C0-7598E9AA975A}" type="presParOf" srcId="{56FE09AD-C8BF-4A8F-8299-CE1F52A25683}" destId="{B6A2A9A8-E06F-4B62-AD32-30438DD6DBD7}" srcOrd="2" destOrd="0" presId="urn:microsoft.com/office/officeart/2018/2/layout/IconVerticalSolidList"/>
    <dgm:cxn modelId="{B1DAC44F-4223-45DC-B1DE-7FC6F6061CCF}" type="presParOf" srcId="{56FE09AD-C8BF-4A8F-8299-CE1F52A25683}" destId="{90528AD7-BE3C-43DB-A397-B56E2B8679D8}" srcOrd="3" destOrd="0" presId="urn:microsoft.com/office/officeart/2018/2/layout/IconVerticalSolidList"/>
    <dgm:cxn modelId="{DC612359-F0D2-4045-A94A-E9D703E37902}" type="presParOf" srcId="{232A64C0-8860-4A6A-A75D-FC439B8AFB9D}" destId="{E81DA4C5-EB2D-45BC-99A8-6D42A6DC6C6E}" srcOrd="1" destOrd="0" presId="urn:microsoft.com/office/officeart/2018/2/layout/IconVerticalSolidList"/>
    <dgm:cxn modelId="{5B0C6F7F-3C49-4183-998F-3CF2F1612620}" type="presParOf" srcId="{232A64C0-8860-4A6A-A75D-FC439B8AFB9D}" destId="{016170F3-ACF3-4727-824A-79195DD6855C}" srcOrd="2" destOrd="0" presId="urn:microsoft.com/office/officeart/2018/2/layout/IconVerticalSolidList"/>
    <dgm:cxn modelId="{0F5FC6AC-8750-490C-A7F4-A9D292D5A64D}" type="presParOf" srcId="{016170F3-ACF3-4727-824A-79195DD6855C}" destId="{C77E881C-569C-4492-BF40-6F63327F6439}" srcOrd="0" destOrd="0" presId="urn:microsoft.com/office/officeart/2018/2/layout/IconVerticalSolidList"/>
    <dgm:cxn modelId="{31DFE345-41C1-45E8-BDAF-9A85492C5D7D}" type="presParOf" srcId="{016170F3-ACF3-4727-824A-79195DD6855C}" destId="{6631D61D-F695-4968-8AEA-513F77ECC060}" srcOrd="1" destOrd="0" presId="urn:microsoft.com/office/officeart/2018/2/layout/IconVerticalSolidList"/>
    <dgm:cxn modelId="{B27D58D9-47DD-4971-B49C-3F330FD27686}" type="presParOf" srcId="{016170F3-ACF3-4727-824A-79195DD6855C}" destId="{D9A2C974-B685-4FDF-87E6-444BEEFA5572}" srcOrd="2" destOrd="0" presId="urn:microsoft.com/office/officeart/2018/2/layout/IconVerticalSolidList"/>
    <dgm:cxn modelId="{A08EF2FF-2553-41BE-8A4E-BC15C106D3DE}" type="presParOf" srcId="{016170F3-ACF3-4727-824A-79195DD6855C}" destId="{6BAF35CA-731C-4F87-9195-4C3E3055BBC0}" srcOrd="3" destOrd="0" presId="urn:microsoft.com/office/officeart/2018/2/layout/IconVerticalSolidList"/>
    <dgm:cxn modelId="{EB45B90A-08FB-4A41-AB23-8F83262F21DA}" type="presParOf" srcId="{232A64C0-8860-4A6A-A75D-FC439B8AFB9D}" destId="{A9AF9F77-064D-45C0-9AD4-7CB8C411ACED}" srcOrd="3" destOrd="0" presId="urn:microsoft.com/office/officeart/2018/2/layout/IconVerticalSolidList"/>
    <dgm:cxn modelId="{BBC85DFE-9202-4DA9-BF29-A3B795AC8CC8}" type="presParOf" srcId="{232A64C0-8860-4A6A-A75D-FC439B8AFB9D}" destId="{EED00661-0F5A-487E-87A3-CB79E551AC97}" srcOrd="4" destOrd="0" presId="urn:microsoft.com/office/officeart/2018/2/layout/IconVerticalSolidList"/>
    <dgm:cxn modelId="{76BAAC54-A9ED-4CC0-B68E-077FD2A06BBA}" type="presParOf" srcId="{EED00661-0F5A-487E-87A3-CB79E551AC97}" destId="{718C416C-4913-481A-8704-A0268A980CDD}" srcOrd="0" destOrd="0" presId="urn:microsoft.com/office/officeart/2018/2/layout/IconVerticalSolidList"/>
    <dgm:cxn modelId="{E025AFAD-43D3-49BD-9C30-259B282BF0FC}" type="presParOf" srcId="{EED00661-0F5A-487E-87A3-CB79E551AC97}" destId="{DA430B0D-F3D5-49C4-A272-04F552C4C1E1}" srcOrd="1" destOrd="0" presId="urn:microsoft.com/office/officeart/2018/2/layout/IconVerticalSolidList"/>
    <dgm:cxn modelId="{7EC4B097-AFA0-4599-A831-6F5FF19FD974}" type="presParOf" srcId="{EED00661-0F5A-487E-87A3-CB79E551AC97}" destId="{AF51FA84-D0D4-4D50-90C3-33079689B591}" srcOrd="2" destOrd="0" presId="urn:microsoft.com/office/officeart/2018/2/layout/IconVerticalSolidList"/>
    <dgm:cxn modelId="{5AA1535C-0EE2-4C7A-8742-0B5F57DABA2E}" type="presParOf" srcId="{EED00661-0F5A-487E-87A3-CB79E551AC97}" destId="{9FEC8B95-7D82-47DB-81F9-7A578ED22288}" srcOrd="3" destOrd="0" presId="urn:microsoft.com/office/officeart/2018/2/layout/IconVerticalSolidList"/>
    <dgm:cxn modelId="{0FEC56C9-37E9-4F00-9F3B-78F76DACB79A}" type="presParOf" srcId="{232A64C0-8860-4A6A-A75D-FC439B8AFB9D}" destId="{5F0B2109-5DEC-435E-9A5D-66BE1E980538}" srcOrd="5" destOrd="0" presId="urn:microsoft.com/office/officeart/2018/2/layout/IconVerticalSolidList"/>
    <dgm:cxn modelId="{F96B224A-59F5-434F-A5EA-3B1CBDC86078}" type="presParOf" srcId="{232A64C0-8860-4A6A-A75D-FC439B8AFB9D}" destId="{A612F370-975E-474A-8B89-F9F32BB1CCBC}" srcOrd="6" destOrd="0" presId="urn:microsoft.com/office/officeart/2018/2/layout/IconVerticalSolidList"/>
    <dgm:cxn modelId="{29B582EC-6F3F-4CBA-90E2-27601892AF7D}" type="presParOf" srcId="{A612F370-975E-474A-8B89-F9F32BB1CCBC}" destId="{426211B7-4E30-4A40-8162-FC70E77B60ED}" srcOrd="0" destOrd="0" presId="urn:microsoft.com/office/officeart/2018/2/layout/IconVerticalSolidList"/>
    <dgm:cxn modelId="{D696E939-7807-4E52-9DA7-06FB76ED13FD}" type="presParOf" srcId="{A612F370-975E-474A-8B89-F9F32BB1CCBC}" destId="{A06377D7-E9DE-4156-A8B1-CE502C48625C}" srcOrd="1" destOrd="0" presId="urn:microsoft.com/office/officeart/2018/2/layout/IconVerticalSolidList"/>
    <dgm:cxn modelId="{CFD4BAD4-1410-4E63-8BEC-6738C5D4709D}" type="presParOf" srcId="{A612F370-975E-474A-8B89-F9F32BB1CCBC}" destId="{9CB5EA74-819C-4A71-AF69-0F921FD93E91}" srcOrd="2" destOrd="0" presId="urn:microsoft.com/office/officeart/2018/2/layout/IconVerticalSolidList"/>
    <dgm:cxn modelId="{5F1CE931-9167-44DA-8997-2471EFFBA91F}" type="presParOf" srcId="{A612F370-975E-474A-8B89-F9F32BB1CCBC}" destId="{D2B31AE1-6436-406E-84C1-DA742BE71A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D5042F7-804B-4F0C-B350-87C72C4AC93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1068CA6-B39D-4E0A-8D32-B3CADCA38CB3}">
      <dgm:prSet/>
      <dgm:spPr/>
      <dgm:t>
        <a:bodyPr/>
        <a:lstStyle/>
        <a:p>
          <a:r>
            <a:rPr lang="en-US"/>
            <a:t>El software evoluciona continuamente por factores técnicos y sociales.</a:t>
          </a:r>
        </a:p>
      </dgm:t>
    </dgm:pt>
    <dgm:pt modelId="{D79E70C1-AEFF-42C2-BF8C-E11BC2B454DB}" type="parTrans" cxnId="{67D26F3F-084C-4DCA-9D97-0AE039690F98}">
      <dgm:prSet/>
      <dgm:spPr/>
      <dgm:t>
        <a:bodyPr/>
        <a:lstStyle/>
        <a:p>
          <a:endParaRPr lang="en-US"/>
        </a:p>
      </dgm:t>
    </dgm:pt>
    <dgm:pt modelId="{8AF02A8B-5332-4328-A3E9-B25F4EC4D22C}" type="sibTrans" cxnId="{67D26F3F-084C-4DCA-9D97-0AE039690F98}">
      <dgm:prSet/>
      <dgm:spPr/>
      <dgm:t>
        <a:bodyPr/>
        <a:lstStyle/>
        <a:p>
          <a:endParaRPr lang="en-US"/>
        </a:p>
      </dgm:t>
    </dgm:pt>
    <dgm:pt modelId="{991411B9-9106-4275-8D66-B1C39A552D4C}">
      <dgm:prSet/>
      <dgm:spPr/>
      <dgm:t>
        <a:bodyPr/>
        <a:lstStyle/>
        <a:p>
          <a:r>
            <a:rPr lang="en-US"/>
            <a:t>El mantenimiento es clave para la calidad y durabilidad del software.</a:t>
          </a:r>
        </a:p>
      </dgm:t>
    </dgm:pt>
    <dgm:pt modelId="{DABE7A6E-4F0A-4AFE-9810-442D5071E1DB}" type="parTrans" cxnId="{394D5DD2-1B71-4E34-96BD-BA2684AC5476}">
      <dgm:prSet/>
      <dgm:spPr/>
      <dgm:t>
        <a:bodyPr/>
        <a:lstStyle/>
        <a:p>
          <a:endParaRPr lang="en-US"/>
        </a:p>
      </dgm:t>
    </dgm:pt>
    <dgm:pt modelId="{E50D42D6-2555-4A81-9970-4EE18CD4A842}" type="sibTrans" cxnId="{394D5DD2-1B71-4E34-96BD-BA2684AC5476}">
      <dgm:prSet/>
      <dgm:spPr/>
      <dgm:t>
        <a:bodyPr/>
        <a:lstStyle/>
        <a:p>
          <a:endParaRPr lang="en-US"/>
        </a:p>
      </dgm:t>
    </dgm:pt>
    <dgm:pt modelId="{A91B3691-9D13-47CA-8F48-5A39C4B143D0}">
      <dgm:prSet/>
      <dgm:spPr/>
      <dgm:t>
        <a:bodyPr/>
        <a:lstStyle/>
        <a:p>
          <a:r>
            <a:rPr lang="en-US"/>
            <a:t>Comprender estos procesos mejora la gestión de sistemas en producción.</a:t>
          </a:r>
        </a:p>
      </dgm:t>
    </dgm:pt>
    <dgm:pt modelId="{6C719054-447E-4298-BDB6-3693EE6CEA2E}" type="parTrans" cxnId="{EAB64136-B9BD-4D78-BF78-3AE1AA99842C}">
      <dgm:prSet/>
      <dgm:spPr/>
      <dgm:t>
        <a:bodyPr/>
        <a:lstStyle/>
        <a:p>
          <a:endParaRPr lang="en-US"/>
        </a:p>
      </dgm:t>
    </dgm:pt>
    <dgm:pt modelId="{709A9B13-A4BF-4933-A88D-220472CEEA53}" type="sibTrans" cxnId="{EAB64136-B9BD-4D78-BF78-3AE1AA99842C}">
      <dgm:prSet/>
      <dgm:spPr/>
      <dgm:t>
        <a:bodyPr/>
        <a:lstStyle/>
        <a:p>
          <a:endParaRPr lang="en-US"/>
        </a:p>
      </dgm:t>
    </dgm:pt>
    <dgm:pt modelId="{DA431356-38CD-4A92-A703-CF17862EDF17}" type="pres">
      <dgm:prSet presAssocID="{BD5042F7-804B-4F0C-B350-87C72C4AC931}" presName="linear" presStyleCnt="0">
        <dgm:presLayoutVars>
          <dgm:animLvl val="lvl"/>
          <dgm:resizeHandles val="exact"/>
        </dgm:presLayoutVars>
      </dgm:prSet>
      <dgm:spPr/>
    </dgm:pt>
    <dgm:pt modelId="{2A7AC6B0-FEAE-4EB3-B9E5-780A2F4D4059}" type="pres">
      <dgm:prSet presAssocID="{B1068CA6-B39D-4E0A-8D32-B3CADCA38CB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B7D075D-0A70-4ECB-81FF-950FABA13A02}" type="pres">
      <dgm:prSet presAssocID="{8AF02A8B-5332-4328-A3E9-B25F4EC4D22C}" presName="spacer" presStyleCnt="0"/>
      <dgm:spPr/>
    </dgm:pt>
    <dgm:pt modelId="{5B9A220E-4B30-4CFA-A80F-FBB12E10F435}" type="pres">
      <dgm:prSet presAssocID="{991411B9-9106-4275-8D66-B1C39A552D4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2A841E-59B8-4BE5-ACB9-CD9547A38AD3}" type="pres">
      <dgm:prSet presAssocID="{E50D42D6-2555-4A81-9970-4EE18CD4A842}" presName="spacer" presStyleCnt="0"/>
      <dgm:spPr/>
    </dgm:pt>
    <dgm:pt modelId="{8A80FE37-72C9-4F5F-A49D-B80E457990B9}" type="pres">
      <dgm:prSet presAssocID="{A91B3691-9D13-47CA-8F48-5A39C4B143D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C10504-AC09-4061-8994-F2353E32376A}" type="presOf" srcId="{B1068CA6-B39D-4E0A-8D32-B3CADCA38CB3}" destId="{2A7AC6B0-FEAE-4EB3-B9E5-780A2F4D4059}" srcOrd="0" destOrd="0" presId="urn:microsoft.com/office/officeart/2005/8/layout/vList2"/>
    <dgm:cxn modelId="{AD81F620-03C1-418A-B6C4-0FDB07A640E0}" type="presOf" srcId="{991411B9-9106-4275-8D66-B1C39A552D4C}" destId="{5B9A220E-4B30-4CFA-A80F-FBB12E10F435}" srcOrd="0" destOrd="0" presId="urn:microsoft.com/office/officeart/2005/8/layout/vList2"/>
    <dgm:cxn modelId="{EAB64136-B9BD-4D78-BF78-3AE1AA99842C}" srcId="{BD5042F7-804B-4F0C-B350-87C72C4AC931}" destId="{A91B3691-9D13-47CA-8F48-5A39C4B143D0}" srcOrd="2" destOrd="0" parTransId="{6C719054-447E-4298-BDB6-3693EE6CEA2E}" sibTransId="{709A9B13-A4BF-4933-A88D-220472CEEA53}"/>
    <dgm:cxn modelId="{67D26F3F-084C-4DCA-9D97-0AE039690F98}" srcId="{BD5042F7-804B-4F0C-B350-87C72C4AC931}" destId="{B1068CA6-B39D-4E0A-8D32-B3CADCA38CB3}" srcOrd="0" destOrd="0" parTransId="{D79E70C1-AEFF-42C2-BF8C-E11BC2B454DB}" sibTransId="{8AF02A8B-5332-4328-A3E9-B25F4EC4D22C}"/>
    <dgm:cxn modelId="{CBCBCA52-18AB-46E9-B8BC-40891FE0BD3D}" type="presOf" srcId="{A91B3691-9D13-47CA-8F48-5A39C4B143D0}" destId="{8A80FE37-72C9-4F5F-A49D-B80E457990B9}" srcOrd="0" destOrd="0" presId="urn:microsoft.com/office/officeart/2005/8/layout/vList2"/>
    <dgm:cxn modelId="{394D5DD2-1B71-4E34-96BD-BA2684AC5476}" srcId="{BD5042F7-804B-4F0C-B350-87C72C4AC931}" destId="{991411B9-9106-4275-8D66-B1C39A552D4C}" srcOrd="1" destOrd="0" parTransId="{DABE7A6E-4F0A-4AFE-9810-442D5071E1DB}" sibTransId="{E50D42D6-2555-4A81-9970-4EE18CD4A842}"/>
    <dgm:cxn modelId="{29752CF6-EBC9-429D-ADAA-3B516A752EF8}" type="presOf" srcId="{BD5042F7-804B-4F0C-B350-87C72C4AC931}" destId="{DA431356-38CD-4A92-A703-CF17862EDF17}" srcOrd="0" destOrd="0" presId="urn:microsoft.com/office/officeart/2005/8/layout/vList2"/>
    <dgm:cxn modelId="{807E1A78-D503-4D92-BFD8-3CB097E9373E}" type="presParOf" srcId="{DA431356-38CD-4A92-A703-CF17862EDF17}" destId="{2A7AC6B0-FEAE-4EB3-B9E5-780A2F4D4059}" srcOrd="0" destOrd="0" presId="urn:microsoft.com/office/officeart/2005/8/layout/vList2"/>
    <dgm:cxn modelId="{E6D179D1-81FA-4D48-8BAE-0F9327A6C3EC}" type="presParOf" srcId="{DA431356-38CD-4A92-A703-CF17862EDF17}" destId="{AB7D075D-0A70-4ECB-81FF-950FABA13A02}" srcOrd="1" destOrd="0" presId="urn:microsoft.com/office/officeart/2005/8/layout/vList2"/>
    <dgm:cxn modelId="{B99937E9-ABA4-40DA-9B77-E5F7FAE4703E}" type="presParOf" srcId="{DA431356-38CD-4A92-A703-CF17862EDF17}" destId="{5B9A220E-4B30-4CFA-A80F-FBB12E10F435}" srcOrd="2" destOrd="0" presId="urn:microsoft.com/office/officeart/2005/8/layout/vList2"/>
    <dgm:cxn modelId="{980B8FE6-D77C-46F7-BD6B-63416AFAFFE3}" type="presParOf" srcId="{DA431356-38CD-4A92-A703-CF17862EDF17}" destId="{822A841E-59B8-4BE5-ACB9-CD9547A38AD3}" srcOrd="3" destOrd="0" presId="urn:microsoft.com/office/officeart/2005/8/layout/vList2"/>
    <dgm:cxn modelId="{EA24EA61-ED01-48B8-8ED0-AE14C8F9549E}" type="presParOf" srcId="{DA431356-38CD-4A92-A703-CF17862EDF17}" destId="{8A80FE37-72C9-4F5F-A49D-B80E457990B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5B7A59-92F4-4E59-83D1-0EEDC1015E3F}">
      <dsp:nvSpPr>
        <dsp:cNvPr id="0" name=""/>
        <dsp:cNvSpPr/>
      </dsp:nvSpPr>
      <dsp:spPr>
        <a:xfrm>
          <a:off x="0" y="239978"/>
          <a:ext cx="4773168" cy="16222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Describir la evolución histórica del software.</a:t>
          </a:r>
        </a:p>
      </dsp:txBody>
      <dsp:txXfrm>
        <a:off x="79193" y="319171"/>
        <a:ext cx="4614782" cy="1463892"/>
      </dsp:txXfrm>
    </dsp:sp>
    <dsp:sp modelId="{833C353D-3FCF-48BA-AEFF-F2A483BA0A57}">
      <dsp:nvSpPr>
        <dsp:cNvPr id="0" name=""/>
        <dsp:cNvSpPr/>
      </dsp:nvSpPr>
      <dsp:spPr>
        <a:xfrm>
          <a:off x="0" y="1945776"/>
          <a:ext cx="4773168" cy="162227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Comprender los tipos y procesos de mantenimiento del software.</a:t>
          </a:r>
        </a:p>
      </dsp:txBody>
      <dsp:txXfrm>
        <a:off x="79193" y="2024969"/>
        <a:ext cx="4614782" cy="1463892"/>
      </dsp:txXfrm>
    </dsp:sp>
    <dsp:sp modelId="{9361BABF-D6CD-44D7-BAAB-CCFE44C0B3F0}">
      <dsp:nvSpPr>
        <dsp:cNvPr id="0" name=""/>
        <dsp:cNvSpPr/>
      </dsp:nvSpPr>
      <dsp:spPr>
        <a:xfrm>
          <a:off x="0" y="3651575"/>
          <a:ext cx="4773168" cy="162227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Relacionar la evolución del software con las necesidades de mantenimiento.</a:t>
          </a:r>
        </a:p>
      </dsp:txBody>
      <dsp:txXfrm>
        <a:off x="79193" y="3730768"/>
        <a:ext cx="4614782" cy="14638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8BA88-4192-482A-8CBA-A06FF6F71D95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61D9D-8866-4BA1-B025-62D403186B1A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13084-AD75-412D-879C-913E3239E313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Conjunto de instrucciones que permiten operar los dispositivos electrónicos.</a:t>
          </a:r>
        </a:p>
      </dsp:txBody>
      <dsp:txXfrm>
        <a:off x="1437631" y="531"/>
        <a:ext cx="6449068" cy="1244702"/>
      </dsp:txXfrm>
    </dsp:sp>
    <dsp:sp modelId="{5CD82D79-3E1B-4C32-80AB-4349714BFCFD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F578D-C849-4CF1-A0F0-CE2F3C527684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9C09F-BB73-4F5B-9DF7-1EF1137729F4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Clasificación: software de sistema, de aplicación y de programación.</a:t>
          </a:r>
        </a:p>
      </dsp:txBody>
      <dsp:txXfrm>
        <a:off x="1437631" y="1556410"/>
        <a:ext cx="6449068" cy="1244702"/>
      </dsp:txXfrm>
    </dsp:sp>
    <dsp:sp modelId="{47644968-4E4B-424B-AFDF-144E2E44632F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D79C5-5E0E-4960-81A3-CB5613072561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73FD2-B3C8-461B-B0E7-3CC71C7F1E88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Elemento esencial en el desarrollo tecnológico y digital.</a:t>
          </a:r>
        </a:p>
      </dsp:txBody>
      <dsp:txXfrm>
        <a:off x="1437631" y="3112289"/>
        <a:ext cx="6449068" cy="1244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8363E-5222-46D9-A529-777B4A46CA0D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67056-D82B-4CC4-BF09-49BEE9C063F5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A02BB-59D8-4F14-8CF6-719D32CEAB17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 evolución del software está ligada al avance del hardware y la computación.</a:t>
          </a:r>
        </a:p>
      </dsp:txBody>
      <dsp:txXfrm>
        <a:off x="1509882" y="708097"/>
        <a:ext cx="6376817" cy="1307257"/>
      </dsp:txXfrm>
    </dsp:sp>
    <dsp:sp modelId="{70F007C0-6A63-4491-B12B-8899D81584F1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C0597-AA6C-4ACD-9982-32054EF8D70B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05244-0C9B-4F5F-9BAF-295821444305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 sistemas monolíticos a arquitecturas distribuidas y basadas en la nube.</a:t>
          </a:r>
        </a:p>
      </dsp:txBody>
      <dsp:txXfrm>
        <a:off x="1509882" y="2342169"/>
        <a:ext cx="6376817" cy="13072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FD7CF-4252-4C4D-A606-EF66DA240633}">
      <dsp:nvSpPr>
        <dsp:cNvPr id="0" name=""/>
        <dsp:cNvSpPr/>
      </dsp:nvSpPr>
      <dsp:spPr>
        <a:xfrm>
          <a:off x="0" y="576776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Primera generación (años 40-50): código máquina, sin lenguajes de alto nivel.</a:t>
          </a:r>
        </a:p>
      </dsp:txBody>
      <dsp:txXfrm>
        <a:off x="0" y="576776"/>
        <a:ext cx="2464593" cy="1478756"/>
      </dsp:txXfrm>
    </dsp:sp>
    <dsp:sp modelId="{35EEF8C9-8C97-46A2-9C77-CC0A562E3768}">
      <dsp:nvSpPr>
        <dsp:cNvPr id="0" name=""/>
        <dsp:cNvSpPr/>
      </dsp:nvSpPr>
      <dsp:spPr>
        <a:xfrm>
          <a:off x="2711053" y="576776"/>
          <a:ext cx="2464593" cy="1478756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Segunda generación (años 50-60): aparición de lenguajes como FORTRAN y COBOL.</a:t>
          </a:r>
        </a:p>
      </dsp:txBody>
      <dsp:txXfrm>
        <a:off x="2711053" y="576776"/>
        <a:ext cx="2464593" cy="1478756"/>
      </dsp:txXfrm>
    </dsp:sp>
    <dsp:sp modelId="{7CAE38E4-AFFF-4E53-A7E0-2D2F858647B0}">
      <dsp:nvSpPr>
        <dsp:cNvPr id="0" name=""/>
        <dsp:cNvSpPr/>
      </dsp:nvSpPr>
      <dsp:spPr>
        <a:xfrm>
          <a:off x="5422106" y="576776"/>
          <a:ext cx="2464593" cy="1478756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Tercera generación (años 60-70): orientación a procedimientos, modularidad.</a:t>
          </a:r>
        </a:p>
      </dsp:txBody>
      <dsp:txXfrm>
        <a:off x="5422106" y="576776"/>
        <a:ext cx="2464593" cy="1478756"/>
      </dsp:txXfrm>
    </dsp:sp>
    <dsp:sp modelId="{08CB1D66-1FF2-4552-95C4-7772AA81EDDC}">
      <dsp:nvSpPr>
        <dsp:cNvPr id="0" name=""/>
        <dsp:cNvSpPr/>
      </dsp:nvSpPr>
      <dsp:spPr>
        <a:xfrm>
          <a:off x="1355526" y="2301991"/>
          <a:ext cx="2464593" cy="1478756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Cuarta generación (años 80): herramientas CASE, interfaces gráficas.</a:t>
          </a:r>
        </a:p>
      </dsp:txBody>
      <dsp:txXfrm>
        <a:off x="1355526" y="2301991"/>
        <a:ext cx="2464593" cy="1478756"/>
      </dsp:txXfrm>
    </dsp:sp>
    <dsp:sp modelId="{0EE03226-5147-4410-9DC4-A9A7B56CC05F}">
      <dsp:nvSpPr>
        <dsp:cNvPr id="0" name=""/>
        <dsp:cNvSpPr/>
      </dsp:nvSpPr>
      <dsp:spPr>
        <a:xfrm>
          <a:off x="4066579" y="2301991"/>
          <a:ext cx="2464593" cy="147875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Quinta generación (presente): inteligencia artificial, desarrollo ágil y en la nube.</a:t>
          </a:r>
        </a:p>
      </dsp:txBody>
      <dsp:txXfrm>
        <a:off x="4066579" y="2301991"/>
        <a:ext cx="2464593" cy="14787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969E2-0FD3-4E8A-B579-3A85F37638BA}">
      <dsp:nvSpPr>
        <dsp:cNvPr id="0" name=""/>
        <dsp:cNvSpPr/>
      </dsp:nvSpPr>
      <dsp:spPr>
        <a:xfrm>
          <a:off x="0" y="766931"/>
          <a:ext cx="7886700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Avances tecnológicos.</a:t>
          </a:r>
        </a:p>
      </dsp:txBody>
      <dsp:txXfrm>
        <a:off x="31613" y="798544"/>
        <a:ext cx="7823474" cy="584369"/>
      </dsp:txXfrm>
    </dsp:sp>
    <dsp:sp modelId="{CE389222-F2D6-48D1-BA47-36F7D79B04E9}">
      <dsp:nvSpPr>
        <dsp:cNvPr id="0" name=""/>
        <dsp:cNvSpPr/>
      </dsp:nvSpPr>
      <dsp:spPr>
        <a:xfrm>
          <a:off x="0" y="1492286"/>
          <a:ext cx="7886700" cy="64759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Demandas de usuarios.</a:t>
          </a:r>
        </a:p>
      </dsp:txBody>
      <dsp:txXfrm>
        <a:off x="31613" y="1523899"/>
        <a:ext cx="7823474" cy="584369"/>
      </dsp:txXfrm>
    </dsp:sp>
    <dsp:sp modelId="{8F8E8CDB-0A06-4119-83E6-7B2CEEAF8119}">
      <dsp:nvSpPr>
        <dsp:cNvPr id="0" name=""/>
        <dsp:cNvSpPr/>
      </dsp:nvSpPr>
      <dsp:spPr>
        <a:xfrm>
          <a:off x="0" y="2217642"/>
          <a:ext cx="7886700" cy="64759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Cambios organizacionales.</a:t>
          </a:r>
        </a:p>
      </dsp:txBody>
      <dsp:txXfrm>
        <a:off x="31613" y="2249255"/>
        <a:ext cx="7823474" cy="584369"/>
      </dsp:txXfrm>
    </dsp:sp>
    <dsp:sp modelId="{0D994850-B306-4329-AA8D-AF9ED54B893F}">
      <dsp:nvSpPr>
        <dsp:cNvPr id="0" name=""/>
        <dsp:cNvSpPr/>
      </dsp:nvSpPr>
      <dsp:spPr>
        <a:xfrm>
          <a:off x="0" y="2942997"/>
          <a:ext cx="7886700" cy="64759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Mejora de la competitividad y adaptación al mercado.</a:t>
          </a:r>
        </a:p>
      </dsp:txBody>
      <dsp:txXfrm>
        <a:off x="31613" y="2974610"/>
        <a:ext cx="7823474" cy="5843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99CC1-736F-46DB-80CA-54DC7B01C756}">
      <dsp:nvSpPr>
        <dsp:cNvPr id="0" name=""/>
        <dsp:cNvSpPr/>
      </dsp:nvSpPr>
      <dsp:spPr>
        <a:xfrm>
          <a:off x="425527" y="1062"/>
          <a:ext cx="3350307" cy="201018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Proceso de modificar un sistema después de su entrega.</a:t>
          </a:r>
        </a:p>
      </dsp:txBody>
      <dsp:txXfrm>
        <a:off x="425527" y="1062"/>
        <a:ext cx="3350307" cy="2010184"/>
      </dsp:txXfrm>
    </dsp:sp>
    <dsp:sp modelId="{22496EAE-1FB1-4CDE-A179-FA3AA139A1E6}">
      <dsp:nvSpPr>
        <dsp:cNvPr id="0" name=""/>
        <dsp:cNvSpPr/>
      </dsp:nvSpPr>
      <dsp:spPr>
        <a:xfrm>
          <a:off x="4110865" y="1062"/>
          <a:ext cx="3350307" cy="201018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Objetivo: corregir errores, mejorar el rendimiento o adaptarlo a cambios.</a:t>
          </a:r>
        </a:p>
      </dsp:txBody>
      <dsp:txXfrm>
        <a:off x="4110865" y="1062"/>
        <a:ext cx="3350307" cy="2010184"/>
      </dsp:txXfrm>
    </dsp:sp>
    <dsp:sp modelId="{341FF02C-153C-4914-91A8-07D6E7710F55}">
      <dsp:nvSpPr>
        <dsp:cNvPr id="0" name=""/>
        <dsp:cNvSpPr/>
      </dsp:nvSpPr>
      <dsp:spPr>
        <a:xfrm>
          <a:off x="2268196" y="2346277"/>
          <a:ext cx="3350307" cy="201018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Es una actividad continua en el ciclo de vida del software.</a:t>
          </a:r>
        </a:p>
      </dsp:txBody>
      <dsp:txXfrm>
        <a:off x="2268196" y="2346277"/>
        <a:ext cx="3350307" cy="20101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A5EA4-9E91-4565-9531-C4C0E7EC8553}">
      <dsp:nvSpPr>
        <dsp:cNvPr id="0" name=""/>
        <dsp:cNvSpPr/>
      </dsp:nvSpPr>
      <dsp:spPr>
        <a:xfrm>
          <a:off x="0" y="5913"/>
          <a:ext cx="7879842" cy="1072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1. Correctivo: corrección de fallos detectados.</a:t>
          </a:r>
        </a:p>
      </dsp:txBody>
      <dsp:txXfrm>
        <a:off x="52359" y="58272"/>
        <a:ext cx="7775124" cy="967861"/>
      </dsp:txXfrm>
    </dsp:sp>
    <dsp:sp modelId="{62B1B4D1-6CD3-44BC-BEEA-0E38E4DB5F46}">
      <dsp:nvSpPr>
        <dsp:cNvPr id="0" name=""/>
        <dsp:cNvSpPr/>
      </dsp:nvSpPr>
      <dsp:spPr>
        <a:xfrm>
          <a:off x="0" y="1156252"/>
          <a:ext cx="7879842" cy="107257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2. Adaptativo: ajustes ante cambios en el entorno.</a:t>
          </a:r>
        </a:p>
      </dsp:txBody>
      <dsp:txXfrm>
        <a:off x="52359" y="1208611"/>
        <a:ext cx="7775124" cy="967861"/>
      </dsp:txXfrm>
    </dsp:sp>
    <dsp:sp modelId="{CE9AE89F-9EC6-48EC-83CE-74229003DF62}">
      <dsp:nvSpPr>
        <dsp:cNvPr id="0" name=""/>
        <dsp:cNvSpPr/>
      </dsp:nvSpPr>
      <dsp:spPr>
        <a:xfrm>
          <a:off x="0" y="2306592"/>
          <a:ext cx="7879842" cy="107257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3. Perfectivo: mejoras en funcionalidades y rendimiento.</a:t>
          </a:r>
        </a:p>
      </dsp:txBody>
      <dsp:txXfrm>
        <a:off x="52359" y="2358951"/>
        <a:ext cx="7775124" cy="967861"/>
      </dsp:txXfrm>
    </dsp:sp>
    <dsp:sp modelId="{C4E7098A-11DB-4B98-9F39-2AE534736D07}">
      <dsp:nvSpPr>
        <dsp:cNvPr id="0" name=""/>
        <dsp:cNvSpPr/>
      </dsp:nvSpPr>
      <dsp:spPr>
        <a:xfrm>
          <a:off x="0" y="3456931"/>
          <a:ext cx="7879842" cy="107257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4. Preventivo: anticipación a posibles fallos futuros.</a:t>
          </a:r>
        </a:p>
      </dsp:txBody>
      <dsp:txXfrm>
        <a:off x="52359" y="3509290"/>
        <a:ext cx="7775124" cy="9678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318F7-4179-43D8-B169-CF30826D5F11}">
      <dsp:nvSpPr>
        <dsp:cNvPr id="0" name=""/>
        <dsp:cNvSpPr/>
      </dsp:nvSpPr>
      <dsp:spPr>
        <a:xfrm>
          <a:off x="0" y="667119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 Identificación del problema o necesidad.</a:t>
          </a:r>
        </a:p>
      </dsp:txBody>
      <dsp:txXfrm>
        <a:off x="0" y="667119"/>
        <a:ext cx="2462450" cy="1477470"/>
      </dsp:txXfrm>
    </dsp:sp>
    <dsp:sp modelId="{D6CCB340-845A-43B1-95D4-56D68B4152A7}">
      <dsp:nvSpPr>
        <dsp:cNvPr id="0" name=""/>
        <dsp:cNvSpPr/>
      </dsp:nvSpPr>
      <dsp:spPr>
        <a:xfrm>
          <a:off x="2708695" y="667119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 Análisis del impacto.</a:t>
          </a:r>
        </a:p>
      </dsp:txBody>
      <dsp:txXfrm>
        <a:off x="2708695" y="667119"/>
        <a:ext cx="2462450" cy="1477470"/>
      </dsp:txXfrm>
    </dsp:sp>
    <dsp:sp modelId="{3BD135BF-DF49-4D7A-B27E-F29B0F158744}">
      <dsp:nvSpPr>
        <dsp:cNvPr id="0" name=""/>
        <dsp:cNvSpPr/>
      </dsp:nvSpPr>
      <dsp:spPr>
        <a:xfrm>
          <a:off x="5417391" y="667119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3. Planificación de la solución.</a:t>
          </a:r>
        </a:p>
      </dsp:txBody>
      <dsp:txXfrm>
        <a:off x="5417391" y="667119"/>
        <a:ext cx="2462450" cy="1477470"/>
      </dsp:txXfrm>
    </dsp:sp>
    <dsp:sp modelId="{8747BEA2-5BCB-443A-9299-A7FF04517C15}">
      <dsp:nvSpPr>
        <dsp:cNvPr id="0" name=""/>
        <dsp:cNvSpPr/>
      </dsp:nvSpPr>
      <dsp:spPr>
        <a:xfrm>
          <a:off x="0" y="2390834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 Implementación de los cambios.</a:t>
          </a:r>
        </a:p>
      </dsp:txBody>
      <dsp:txXfrm>
        <a:off x="0" y="2390834"/>
        <a:ext cx="2462450" cy="1477470"/>
      </dsp:txXfrm>
    </dsp:sp>
    <dsp:sp modelId="{F822D77A-E4E1-4667-9856-8FD4A7383407}">
      <dsp:nvSpPr>
        <dsp:cNvPr id="0" name=""/>
        <dsp:cNvSpPr/>
      </dsp:nvSpPr>
      <dsp:spPr>
        <a:xfrm>
          <a:off x="2708695" y="2390834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5. Verificación y validación.</a:t>
          </a:r>
        </a:p>
      </dsp:txBody>
      <dsp:txXfrm>
        <a:off x="2708695" y="2390834"/>
        <a:ext cx="2462450" cy="1477470"/>
      </dsp:txXfrm>
    </dsp:sp>
    <dsp:sp modelId="{5A5A8DD1-0C1F-4219-9C59-478A6F095566}">
      <dsp:nvSpPr>
        <dsp:cNvPr id="0" name=""/>
        <dsp:cNvSpPr/>
      </dsp:nvSpPr>
      <dsp:spPr>
        <a:xfrm>
          <a:off x="5417391" y="2390834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6. Actualización de la documentación.</a:t>
          </a:r>
        </a:p>
      </dsp:txBody>
      <dsp:txXfrm>
        <a:off x="5417391" y="2390834"/>
        <a:ext cx="2462450" cy="14774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E5DEF-B2F0-4A41-9CBC-F197CE37FE35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1E432-E405-438E-BCB0-106073A1465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28AD7-BE3C-43DB-A397-B56E2B8679D8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Complejidad creciente del software.</a:t>
          </a:r>
        </a:p>
      </dsp:txBody>
      <dsp:txXfrm>
        <a:off x="1339618" y="2288"/>
        <a:ext cx="3433549" cy="1159843"/>
      </dsp:txXfrm>
    </dsp:sp>
    <dsp:sp modelId="{C77E881C-569C-4492-BF40-6F63327F6439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1D61D-F695-4968-8AEA-513F77ECC06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F35CA-731C-4F87-9195-4C3E3055BBC0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Falta de documentación adecuada.</a:t>
          </a:r>
        </a:p>
      </dsp:txBody>
      <dsp:txXfrm>
        <a:off x="1339618" y="1452092"/>
        <a:ext cx="3433549" cy="1159843"/>
      </dsp:txXfrm>
    </dsp:sp>
    <dsp:sp modelId="{718C416C-4913-481A-8704-A0268A980CDD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30B0D-F3D5-49C4-A272-04F552C4C1E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C8B95-7D82-47DB-81F9-7A578ED22288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Dependencia de tecnologías obsoletas.</a:t>
          </a:r>
        </a:p>
      </dsp:txBody>
      <dsp:txXfrm>
        <a:off x="1339618" y="2901896"/>
        <a:ext cx="3433549" cy="1159843"/>
      </dsp:txXfrm>
    </dsp:sp>
    <dsp:sp modelId="{426211B7-4E30-4A40-8162-FC70E77B60ED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377D7-E9DE-4156-A8B1-CE502C48625C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31AE1-6436-406E-84C1-DA742BE71AE5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Costos elevados y gestión de recursos humanos.</a:t>
          </a:r>
        </a:p>
      </dsp:txBody>
      <dsp:txXfrm>
        <a:off x="1339618" y="4351700"/>
        <a:ext cx="3433549" cy="11598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7AC6B0-FEAE-4EB3-B9E5-780A2F4D4059}">
      <dsp:nvSpPr>
        <dsp:cNvPr id="0" name=""/>
        <dsp:cNvSpPr/>
      </dsp:nvSpPr>
      <dsp:spPr>
        <a:xfrm>
          <a:off x="0" y="195965"/>
          <a:ext cx="4773168" cy="164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El software evoluciona continuamente por factores técnicos y sociales.</a:t>
          </a:r>
        </a:p>
      </dsp:txBody>
      <dsp:txXfrm>
        <a:off x="80532" y="276497"/>
        <a:ext cx="4612104" cy="1488636"/>
      </dsp:txXfrm>
    </dsp:sp>
    <dsp:sp modelId="{5B9A220E-4B30-4CFA-A80F-FBB12E10F435}">
      <dsp:nvSpPr>
        <dsp:cNvPr id="0" name=""/>
        <dsp:cNvSpPr/>
      </dsp:nvSpPr>
      <dsp:spPr>
        <a:xfrm>
          <a:off x="0" y="1932065"/>
          <a:ext cx="4773168" cy="16497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El mantenimiento es clave para la calidad y durabilidad del software.</a:t>
          </a:r>
        </a:p>
      </dsp:txBody>
      <dsp:txXfrm>
        <a:off x="80532" y="2012597"/>
        <a:ext cx="4612104" cy="1488636"/>
      </dsp:txXfrm>
    </dsp:sp>
    <dsp:sp modelId="{8A80FE37-72C9-4F5F-A49D-B80E457990B9}">
      <dsp:nvSpPr>
        <dsp:cNvPr id="0" name=""/>
        <dsp:cNvSpPr/>
      </dsp:nvSpPr>
      <dsp:spPr>
        <a:xfrm>
          <a:off x="0" y="3668166"/>
          <a:ext cx="4773168" cy="16497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Comprender estos procesos mejora la gestión de sistemas en producción.</a:t>
          </a:r>
        </a:p>
      </dsp:txBody>
      <dsp:txXfrm>
        <a:off x="80532" y="3748698"/>
        <a:ext cx="4612104" cy="148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5771" y="1094364"/>
            <a:ext cx="3604497" cy="1297115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s-ES" sz="2800" dirty="0">
                <a:solidFill>
                  <a:schemeClr val="tx2"/>
                </a:solidFill>
              </a:rPr>
              <a:t>Evolución del Software y Procesos de Mantenimiento del Software</a:t>
            </a:r>
          </a:p>
        </p:txBody>
      </p:sp>
      <p:pic>
        <p:nvPicPr>
          <p:cNvPr id="7" name="Graphic 6" descr="Ordenador">
            <a:extLst>
              <a:ext uri="{FF2B5EF4-FFF2-40B4-BE49-F238E27FC236}">
                <a16:creationId xmlns:a16="http://schemas.microsoft.com/office/drawing/2014/main" id="{1C2438FB-0886-7E22-E535-4DD9790A9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 dirty="0"/>
              <a:t>Objetivos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7B2F2D-ADD6-0294-89B2-C819DE13E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68988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¿Qué es el Software?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A1E0EE-B6CA-B295-6C90-FEA463888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50051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EC" sz="3700"/>
              <a:t>Evolución del Software: Introducción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280505-5FA3-3925-2E67-9EBA8D33C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202247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s-ES" sz="4100" err="1"/>
              <a:t>Etapas</a:t>
            </a:r>
            <a:r>
              <a:rPr lang="es-ES" sz="4100"/>
              <a:t> de la </a:t>
            </a:r>
            <a:r>
              <a:rPr lang="es-ES" sz="4100" err="1"/>
              <a:t>Evolución</a:t>
            </a:r>
            <a:r>
              <a:rPr lang="es-ES" sz="4100"/>
              <a:t> del Software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277118F-08B4-F99F-DCCA-7526886F37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0645084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100"/>
              <a:t>Factores que Impulsan el Cambio del Software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3BBF6AE-C83F-D294-8FF9-13257BE82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82816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400"/>
              <a:t>¿Qué es el Mantenimiento del Software?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F3EA1B-E7BE-B906-952E-6A09EB72D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859606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34644"/>
            <a:ext cx="7882128" cy="1076914"/>
          </a:xfrm>
        </p:spPr>
        <p:txBody>
          <a:bodyPr anchor="ctr">
            <a:normAutofit/>
          </a:bodyPr>
          <a:lstStyle/>
          <a:p>
            <a:r>
              <a:rPr lang="es-ES" sz="3500"/>
              <a:t>Tipos de Mantenimiento del Software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51299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3D62AB-5F89-C457-97A9-DD377CF07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706221"/>
              </p:ext>
            </p:extLst>
          </p:nvPr>
        </p:nvGraphicFramePr>
        <p:xfrm>
          <a:off x="628650" y="1737360"/>
          <a:ext cx="7879842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34644"/>
            <a:ext cx="7882128" cy="1076914"/>
          </a:xfrm>
        </p:spPr>
        <p:txBody>
          <a:bodyPr anchor="ctr">
            <a:normAutofit/>
          </a:bodyPr>
          <a:lstStyle/>
          <a:p>
            <a:r>
              <a:rPr lang="es-ES" sz="3500"/>
              <a:t>Proceso de Mantenimiento del Software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51299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A0A54C-FD41-D679-2AD5-3EAA6BA07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333054"/>
              </p:ext>
            </p:extLst>
          </p:nvPr>
        </p:nvGraphicFramePr>
        <p:xfrm>
          <a:off x="628650" y="1737360"/>
          <a:ext cx="7879842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S" sz="3000"/>
              <a:t>Retos del Mantenimiento del Software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D84F1651-2BDD-BA6C-D7E8-B0206C3C7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6203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Conclusiones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E9E440-5C34-9DDD-9BD6-FAD2C7C30F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92105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412</Words>
  <Application>Microsoft Office PowerPoint</Application>
  <PresentationFormat>Presentación en pantalla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Evolución del Software y Procesos de Mantenimiento del Software</vt:lpstr>
      <vt:lpstr>Objetivos</vt:lpstr>
      <vt:lpstr>¿Qué es el Software?</vt:lpstr>
      <vt:lpstr>Evolución del Software: Introducción</vt:lpstr>
      <vt:lpstr>Etapas de la Evolución del Software</vt:lpstr>
      <vt:lpstr>Factores que Impulsan el Cambio del Software</vt:lpstr>
      <vt:lpstr>¿Qué es el Mantenimiento del Software?</vt:lpstr>
      <vt:lpstr>Tipos de Mantenimiento del Software</vt:lpstr>
      <vt:lpstr>Proceso de Mantenimiento del Software</vt:lpstr>
      <vt:lpstr>Retos del Mantenimiento del Software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2</cp:revision>
  <dcterms:created xsi:type="dcterms:W3CDTF">2013-01-27T09:14:16Z</dcterms:created>
  <dcterms:modified xsi:type="dcterms:W3CDTF">2025-06-02T17:33:31Z</dcterms:modified>
  <cp:category/>
</cp:coreProperties>
</file>