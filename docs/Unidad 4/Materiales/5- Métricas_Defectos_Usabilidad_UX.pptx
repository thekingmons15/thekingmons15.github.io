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de Defectos y Métricas de Usabilidad y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Taller sobre Métricas de Rendimiento del Software</a:t>
            </a:r>
          </a:p>
          <a:p>
            <a:r>
              <a:t>Universidad Politécnica Estatal del Carchi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Objetivos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Comprender el propósito de las métricas de defectos.</a:t>
            </a:r>
          </a:p>
          <a:p>
            <a:r>
              <a:t>- Conocer las métricas clave de usabilidad y experiencia de usuario.</a:t>
            </a:r>
          </a:p>
          <a:p>
            <a:r>
              <a:t>- Aplicar métricas en la evaluación de calidad del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las métricas de defectos?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Indicadores que permiten cuantificar la calidad del software desde el punto de vista de los errores.</a:t>
            </a:r>
          </a:p>
          <a:p>
            <a:r>
              <a:t>- Se utilizan para el seguimiento de bugs, fallos y su impacto.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de métricas de defectos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Densidad de Defectos = Nº de defectos / tamaño del software.</a:t>
            </a:r>
          </a:p>
          <a:p>
            <a:r>
              <a:t>- Defect Leakage = Defectos en producción / total de defectos.</a:t>
            </a:r>
          </a:p>
          <a:p>
            <a:r>
              <a:t>- Defect Removal Efficiency = Defectos eliminados antes de producción / total de defectos.</a:t>
            </a:r>
          </a:p>
          <a:p>
            <a:r>
              <a:t>- Tiempo promedio de resolución de defectos.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del uso de métricas de defectos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Identificación de áreas críticas del código.</a:t>
            </a:r>
          </a:p>
          <a:p>
            <a:r>
              <a:t>- Mejora continua del proceso de desarrollo.</a:t>
            </a:r>
          </a:p>
          <a:p>
            <a:r>
              <a:t>- Soporte a decisiones técnicas y de gestión.</a:t>
            </a:r>
          </a:p>
          <a:p>
            <a:r>
              <a:t>- Reducción de costos de mantenimiento.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las métricas de usabilidad y 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Miden cómo los usuarios perciben, interactúan y experimentan una aplicación.</a:t>
            </a:r>
          </a:p>
          <a:p>
            <a:r>
              <a:t>- Enfocadas en facilidad de uso, eficiencia, satisfacción y accesibilidad.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Principales métricas de usabilidad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Tasa de éxito: porcentaje de tareas completadas con éxito.</a:t>
            </a:r>
          </a:p>
          <a:p>
            <a:r>
              <a:t>- Tiempo de tarea: duración para completar una acción.</a:t>
            </a:r>
          </a:p>
          <a:p>
            <a:r>
              <a:t>- Tasa de error: frecuencia de errores.</a:t>
            </a:r>
          </a:p>
          <a:p>
            <a:r>
              <a:t>- SUS: Escala estandarizada de satisfacción.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de UX (User Experience)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NPS: ¿Recomendarías este producto?</a:t>
            </a:r>
          </a:p>
          <a:p>
            <a:r>
              <a:t>- CSAT: satisfacción general.</a:t>
            </a:r>
          </a:p>
          <a:p>
            <a:r>
              <a:t>- CES: esfuerzo necesario para usar el sistema.</a:t>
            </a:r>
          </a:p>
          <a:p>
            <a:r>
              <a:t>- Engagement y retención: uso, frecuencia, repetición.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Comparación: Defectos vs Usabilidad/UX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Métricas de Defectos:</a:t>
            </a:r>
          </a:p>
          <a:p>
            <a:r>
              <a:t>- Técnicas, cuantitativas</a:t>
            </a:r>
          </a:p>
          <a:p>
            <a:r>
              <a:t>- Foco en el código y calidad interna</a:t>
            </a:r>
          </a:p>
          <a:p>
            <a:r>
              <a:t>Métricas de Usabilidad/UX:</a:t>
            </a:r>
          </a:p>
          <a:p>
            <a:r>
              <a:t>- Humanas, cuantitativas y cualitativas</a:t>
            </a:r>
          </a:p>
          <a:p>
            <a:r>
              <a:t>- Foco en el usuario y experiencia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comunes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Para defectos: Jira, Bugzilla, SonarQube, TestRail</a:t>
            </a:r>
          </a:p>
          <a:p>
            <a:r>
              <a:t>- Para usabilidad/UX: Hotjar, Google Analytics, UsabilityHub, formularios SUS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Combinar métricas técnicas y de usuario.</a:t>
            </a:r>
          </a:p>
          <a:p>
            <a:r>
              <a:t>- Medir desde etapas tempranas del desarrollo.</a:t>
            </a:r>
          </a:p>
          <a:p>
            <a:r>
              <a:t>- Involucrar al equipo de QA, diseño y desarrollo.</a:t>
            </a:r>
          </a:p>
          <a:p>
            <a:r>
              <a:t>- Hacer seguimiento periódico.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reales o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App con baja usabilidad pese a pocos errores técnicos.</a:t>
            </a:r>
          </a:p>
          <a:p>
            <a:r>
              <a:t>- Sistema con buena experiencia pero defectos ocultos.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y discusión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Las métricas de defectos mejoran el producto técnicamente.</a:t>
            </a:r>
          </a:p>
          <a:p>
            <a:r>
              <a:t>- Las métricas de usabilidad y UX garantizan buena experiencia.</a:t>
            </a:r>
          </a:p>
          <a:p>
            <a:r>
              <a:t>- Ambas son necesarias para evaluar calidad integral del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473</Words>
  <Application>Microsoft Office PowerPoint</Application>
  <PresentationFormat>Presentación en pantalla (4:3)</PresentationFormat>
  <Paragraphs>56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Métricas de Defectos y Métricas de Usabilidad y UX</vt:lpstr>
      <vt:lpstr>Objetivos</vt:lpstr>
      <vt:lpstr>¿Qué son las métricas de defectos?</vt:lpstr>
      <vt:lpstr>Ejemplos de métricas de defectos</vt:lpstr>
      <vt:lpstr>Ventajas del uso de métricas de defectos</vt:lpstr>
      <vt:lpstr>¿Qué son las métricas de usabilidad y UX?</vt:lpstr>
      <vt:lpstr>Principales métricas de usabilidad</vt:lpstr>
      <vt:lpstr>Métricas de UX (User Experience)</vt:lpstr>
      <vt:lpstr>Comparación: Defectos vs Usabilidad/UX</vt:lpstr>
      <vt:lpstr>Herramientas comunes</vt:lpstr>
      <vt:lpstr>Buenas prácticas</vt:lpstr>
      <vt:lpstr>Casos reales o ejemplos</vt:lpstr>
      <vt:lpstr>Preguntas y discusión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HUMBERTO MIRANDA REALPE</cp:lastModifiedBy>
  <cp:revision>3</cp:revision>
  <dcterms:created xsi:type="dcterms:W3CDTF">2013-01-27T09:14:16Z</dcterms:created>
  <dcterms:modified xsi:type="dcterms:W3CDTF">2025-05-12T19:57:21Z</dcterms:modified>
  <cp:category/>
</cp:coreProperties>
</file>