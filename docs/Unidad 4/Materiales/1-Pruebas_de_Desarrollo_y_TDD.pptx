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Pruebas de Desarrollo y Desarrollo Dirigido por Pruebas (TDD)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son las Pruebas de Desarrollo?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Técnicas para verificar que el software funciona correctamente durante el desarrollo.</a:t>
            </a:r>
          </a:p>
          <a:p>
            <a:pPr>
              <a:defRPr sz="2000"/>
            </a:pPr>
            <a:r>
              <a:t>Incluyen pruebas automatizadas y manuales.</a:t>
            </a:r>
          </a:p>
          <a:p>
            <a:pPr>
              <a:defRPr sz="2000"/>
            </a:pPr>
            <a:r>
              <a:t>Se aplican a nivel de: Unidad, Integración, Sistema, Aceptación.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Pruebas de Desarrollo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Pruebas Unitarias: Verifican funciones o métodos individuales.</a:t>
            </a:r>
          </a:p>
          <a:p>
            <a:pPr>
              <a:defRPr sz="2000"/>
            </a:pPr>
            <a:r>
              <a:t>Pruebas de Integración: Comprueban la interacción entre módulos.</a:t>
            </a:r>
          </a:p>
          <a:p>
            <a:pPr>
              <a:defRPr sz="2000"/>
            </a:pPr>
            <a:r>
              <a:t>Pruebas de Sistema: Evalúan el sistema completo.</a:t>
            </a:r>
          </a:p>
          <a:p>
            <a:pPr>
              <a:defRPr sz="2000"/>
            </a:pPr>
            <a:r>
              <a:t>Pruebas de Aceptación: Validan requisitos del usuario.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de las Pruebas en el Desarrollo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Mayor calidad del software.</a:t>
            </a:r>
          </a:p>
          <a:p>
            <a:pPr>
              <a:defRPr sz="2000"/>
            </a:pPr>
            <a:r>
              <a:t>Reducción de errores en etapas tardías.</a:t>
            </a:r>
          </a:p>
          <a:p>
            <a:pPr>
              <a:defRPr sz="2000"/>
            </a:pPr>
            <a:r>
              <a:t>Facilitan el mantenimiento.</a:t>
            </a:r>
          </a:p>
          <a:p>
            <a:pPr>
              <a:defRPr sz="2000"/>
            </a:pPr>
            <a:r>
              <a:t>Fomentan una mejor comprensión del código.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TDD (Test-Driven Development)?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Metodología en la que se escriben primero las pruebas.</a:t>
            </a:r>
          </a:p>
          <a:p>
            <a:pPr>
              <a:defRPr sz="2000"/>
            </a:pPr>
            <a:r>
              <a:t>Luego se escribe el código que satisface esas pruebas.</a:t>
            </a:r>
          </a:p>
          <a:p>
            <a:pPr>
              <a:defRPr sz="2000"/>
            </a:pPr>
            <a:r>
              <a:t>Ciclo de desarrollo: Red → Green → Refactor.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Ciclo TDD Paso a Paso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1. Escribir una prueba que falle (Red).</a:t>
            </a:r>
          </a:p>
          <a:p>
            <a:pPr>
              <a:defRPr sz="2000"/>
            </a:pPr>
            <a:r>
              <a:t>2. Escribir el código mínimo para que pase la prueba (Green).</a:t>
            </a:r>
          </a:p>
          <a:p>
            <a:pPr>
              <a:defRPr sz="2000"/>
            </a:pPr>
            <a:r>
              <a:t>3. Refactorizar el código para mejorarlo (Refactor).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Simple de TDD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Problema: función que suma dos números.</a:t>
            </a:r>
          </a:p>
          <a:p>
            <a:pPr>
              <a:defRPr sz="2000"/>
            </a:pPr>
            <a:r>
              <a:t>1. Crear la prueba: assert sumar(2, 3) == 5.</a:t>
            </a:r>
          </a:p>
          <a:p>
            <a:pPr>
              <a:defRPr sz="2000"/>
            </a:pPr>
            <a:r>
              <a:t>2. Implementar: def sumar(a, b): return a + b.</a:t>
            </a:r>
          </a:p>
          <a:p>
            <a:pPr>
              <a:defRPr sz="2000"/>
            </a:pPr>
            <a:r>
              <a:t>3. Refactorizar si es necesario.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del TDD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Código más robusto y con menos errores.</a:t>
            </a:r>
          </a:p>
          <a:p>
            <a:pPr>
              <a:defRPr sz="2000"/>
            </a:pPr>
            <a:r>
              <a:t>Diseño más claro y modular.</a:t>
            </a:r>
          </a:p>
          <a:p>
            <a:pPr>
              <a:defRPr sz="2000"/>
            </a:pPr>
            <a:r>
              <a:t>Facilita la documentación del comportamiento.</a:t>
            </a:r>
          </a:p>
          <a:p>
            <a:pPr>
              <a:defRPr sz="2000"/>
            </a:pPr>
            <a:r>
              <a:t>Fomenta el pensamiento desde el punto de vista del usuario.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Retos del TDD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Requiere disciplina y práctica.</a:t>
            </a:r>
          </a:p>
          <a:p>
            <a:pPr>
              <a:defRPr sz="2000"/>
            </a:pPr>
            <a:r>
              <a:t>Mayor tiempo inicial de desarrollo.</a:t>
            </a:r>
          </a:p>
          <a:p>
            <a:pPr>
              <a:defRPr sz="2000"/>
            </a:pPr>
            <a:r>
              <a:t>Difícil en proyectos mal estructurados o heredados.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 Comunes para TDD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Python: unittest, pytest.</a:t>
            </a:r>
          </a:p>
          <a:p>
            <a:pPr>
              <a:defRPr sz="2000"/>
            </a:pPr>
            <a:r>
              <a:t>Java: JUnit.</a:t>
            </a:r>
          </a:p>
          <a:p>
            <a:pPr>
              <a:defRPr sz="2000"/>
            </a:pPr>
            <a:r>
              <a:t>JavaScript: Jest, Mocha.</a:t>
            </a:r>
          </a:p>
          <a:p>
            <a:pPr>
              <a:defRPr sz="2000"/>
            </a:pPr>
            <a:r>
              <a:t>.NET: NUnit, xUnit.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Buenas Prácticas en TDD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Escribir pruebas pequeñas y manejables.</a:t>
            </a:r>
          </a:p>
          <a:p>
            <a:pPr>
              <a:defRPr sz="2000"/>
            </a:pPr>
            <a:r>
              <a:t>Ejecutar pruebas frecuentemente.</a:t>
            </a:r>
          </a:p>
          <a:p>
            <a:pPr>
              <a:defRPr sz="2000"/>
            </a:pPr>
            <a:r>
              <a:t>Refactorizar con confianza.</a:t>
            </a:r>
          </a:p>
          <a:p>
            <a:pPr>
              <a:defRPr sz="2000"/>
            </a:pPr>
            <a:r>
              <a:t>Integrar TDD al flujo de trabajo ágil (Scrum, Kanban).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Las pruebas garantizan calidad y eficiencia.</a:t>
            </a:r>
          </a:p>
          <a:p>
            <a:pPr>
              <a:defRPr sz="2000"/>
            </a:pPr>
            <a:r>
              <a:t>TDD mejora el diseño y la mantenibilidad.</a:t>
            </a:r>
          </a:p>
          <a:p>
            <a:pPr>
              <a:defRPr sz="2000"/>
            </a:pPr>
            <a:r>
              <a:t>Adoptar estas prácticas requiere cambio cultural y técnico.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y Discusión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392</Words>
  <Application>Microsoft Office PowerPoint</Application>
  <PresentationFormat>Presentación en pantalla (4:3)</PresentationFormat>
  <Paragraphs>63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Pruebas de Desarrollo y Desarrollo Dirigido por Pruebas (TDD)</vt:lpstr>
      <vt:lpstr>¿Qué son las Pruebas de Desarrollo?</vt:lpstr>
      <vt:lpstr>Tipos de Pruebas de Desarrollo</vt:lpstr>
      <vt:lpstr>Beneficios de las Pruebas en el Desarrollo</vt:lpstr>
      <vt:lpstr>¿Qué es TDD (Test-Driven Development)?</vt:lpstr>
      <vt:lpstr>Ciclo TDD Paso a Paso</vt:lpstr>
      <vt:lpstr>Ejemplo Simple de TDD</vt:lpstr>
      <vt:lpstr>Ventajas del TDD</vt:lpstr>
      <vt:lpstr>Retos del TDD</vt:lpstr>
      <vt:lpstr>Herramientas Comunes para TDD</vt:lpstr>
      <vt:lpstr>Buenas Prácticas en TDD</vt:lpstr>
      <vt:lpstr>Conclusiones</vt:lpstr>
      <vt:lpstr>Preguntas y Discusión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HUMBERTO MIRANDA REALPE</cp:lastModifiedBy>
  <cp:revision>2</cp:revision>
  <dcterms:created xsi:type="dcterms:W3CDTF">2013-01-27T09:14:16Z</dcterms:created>
  <dcterms:modified xsi:type="dcterms:W3CDTF">2025-05-19T17:19:23Z</dcterms:modified>
  <cp:category/>
</cp:coreProperties>
</file>