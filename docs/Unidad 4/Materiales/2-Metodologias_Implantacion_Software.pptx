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14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14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14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1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1F4899-FEB8-475A-872B-2ACECA8BC93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1C8C20F-6D08-4883-96BF-698A5A670AE5}">
      <dgm:prSet/>
      <dgm:spPr/>
      <dgm:t>
        <a:bodyPr/>
        <a:lstStyle/>
        <a:p>
          <a:r>
            <a:rPr lang="en-US"/>
            <a:t>Comprender qué es una metodología de implantación de software.</a:t>
          </a:r>
        </a:p>
      </dgm:t>
    </dgm:pt>
    <dgm:pt modelId="{ED462575-0A80-408C-BDEF-6DC17E7EA155}" type="parTrans" cxnId="{73521A98-6BC5-4E67-B402-9117673FF8BB}">
      <dgm:prSet/>
      <dgm:spPr/>
      <dgm:t>
        <a:bodyPr/>
        <a:lstStyle/>
        <a:p>
          <a:endParaRPr lang="en-US"/>
        </a:p>
      </dgm:t>
    </dgm:pt>
    <dgm:pt modelId="{826C6B2C-8F59-4BA5-921D-FB24723F35F0}" type="sibTrans" cxnId="{73521A98-6BC5-4E67-B402-9117673FF8BB}">
      <dgm:prSet/>
      <dgm:spPr/>
      <dgm:t>
        <a:bodyPr/>
        <a:lstStyle/>
        <a:p>
          <a:endParaRPr lang="en-US"/>
        </a:p>
      </dgm:t>
    </dgm:pt>
    <dgm:pt modelId="{51F97371-5E78-4605-93D8-54C5C1BC771D}">
      <dgm:prSet/>
      <dgm:spPr/>
      <dgm:t>
        <a:bodyPr/>
        <a:lstStyle/>
        <a:p>
          <a:r>
            <a:rPr lang="en-US"/>
            <a:t>Analizar los modelos más utilizados: Waterfall, Agile y Sure Step.</a:t>
          </a:r>
        </a:p>
      </dgm:t>
    </dgm:pt>
    <dgm:pt modelId="{A2FEAD1C-1119-4C8E-B8A1-15A256457403}" type="parTrans" cxnId="{AED9FC5F-AC0C-41F8-BB76-2094B5A1302B}">
      <dgm:prSet/>
      <dgm:spPr/>
      <dgm:t>
        <a:bodyPr/>
        <a:lstStyle/>
        <a:p>
          <a:endParaRPr lang="en-US"/>
        </a:p>
      </dgm:t>
    </dgm:pt>
    <dgm:pt modelId="{035B937F-57A9-4595-9238-9226FEFE3ED3}" type="sibTrans" cxnId="{AED9FC5F-AC0C-41F8-BB76-2094B5A1302B}">
      <dgm:prSet/>
      <dgm:spPr/>
      <dgm:t>
        <a:bodyPr/>
        <a:lstStyle/>
        <a:p>
          <a:endParaRPr lang="en-US"/>
        </a:p>
      </dgm:t>
    </dgm:pt>
    <dgm:pt modelId="{9F1ECD6C-770C-498C-BB85-73125E523CF4}">
      <dgm:prSet/>
      <dgm:spPr/>
      <dgm:t>
        <a:bodyPr/>
        <a:lstStyle/>
        <a:p>
          <a:r>
            <a:rPr lang="en-US"/>
            <a:t>Comparar sus ventajas, desventajas y aplicaciones.</a:t>
          </a:r>
        </a:p>
      </dgm:t>
    </dgm:pt>
    <dgm:pt modelId="{D80318FB-EA79-4669-A9B3-D96D3B479FC9}" type="parTrans" cxnId="{B32CF8C0-C868-4D16-9195-52AC9755FD1E}">
      <dgm:prSet/>
      <dgm:spPr/>
      <dgm:t>
        <a:bodyPr/>
        <a:lstStyle/>
        <a:p>
          <a:endParaRPr lang="en-US"/>
        </a:p>
      </dgm:t>
    </dgm:pt>
    <dgm:pt modelId="{06E5F722-1412-4B6A-898C-4A599B6B6B60}" type="sibTrans" cxnId="{B32CF8C0-C868-4D16-9195-52AC9755FD1E}">
      <dgm:prSet/>
      <dgm:spPr/>
      <dgm:t>
        <a:bodyPr/>
        <a:lstStyle/>
        <a:p>
          <a:endParaRPr lang="en-US"/>
        </a:p>
      </dgm:t>
    </dgm:pt>
    <dgm:pt modelId="{3FDAD11D-21D9-4851-B24C-CD84157B653B}" type="pres">
      <dgm:prSet presAssocID="{6B1F4899-FEB8-475A-872B-2ACECA8BC93B}" presName="linear" presStyleCnt="0">
        <dgm:presLayoutVars>
          <dgm:animLvl val="lvl"/>
          <dgm:resizeHandles val="exact"/>
        </dgm:presLayoutVars>
      </dgm:prSet>
      <dgm:spPr/>
    </dgm:pt>
    <dgm:pt modelId="{75FA4C18-B111-4A2E-A9A8-D5C34ACE269A}" type="pres">
      <dgm:prSet presAssocID="{A1C8C20F-6D08-4883-96BF-698A5A670AE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CCE82C7-0140-41CC-A609-36031C119595}" type="pres">
      <dgm:prSet presAssocID="{826C6B2C-8F59-4BA5-921D-FB24723F35F0}" presName="spacer" presStyleCnt="0"/>
      <dgm:spPr/>
    </dgm:pt>
    <dgm:pt modelId="{F1B7EAA6-A5B5-4A62-8185-17E4807BC444}" type="pres">
      <dgm:prSet presAssocID="{51F97371-5E78-4605-93D8-54C5C1BC771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AC9CA6F-F477-4B5C-9055-BF8CFAC33084}" type="pres">
      <dgm:prSet presAssocID="{035B937F-57A9-4595-9238-9226FEFE3ED3}" presName="spacer" presStyleCnt="0"/>
      <dgm:spPr/>
    </dgm:pt>
    <dgm:pt modelId="{0CEFC635-526A-4B07-B83A-CA97A2D2731F}" type="pres">
      <dgm:prSet presAssocID="{9F1ECD6C-770C-498C-BB85-73125E523CF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0A81C3E-F143-4B52-A31E-3C55A2062F2D}" type="presOf" srcId="{51F97371-5E78-4605-93D8-54C5C1BC771D}" destId="{F1B7EAA6-A5B5-4A62-8185-17E4807BC444}" srcOrd="0" destOrd="0" presId="urn:microsoft.com/office/officeart/2005/8/layout/vList2"/>
    <dgm:cxn modelId="{AED9FC5F-AC0C-41F8-BB76-2094B5A1302B}" srcId="{6B1F4899-FEB8-475A-872B-2ACECA8BC93B}" destId="{51F97371-5E78-4605-93D8-54C5C1BC771D}" srcOrd="1" destOrd="0" parTransId="{A2FEAD1C-1119-4C8E-B8A1-15A256457403}" sibTransId="{035B937F-57A9-4595-9238-9226FEFE3ED3}"/>
    <dgm:cxn modelId="{73521A98-6BC5-4E67-B402-9117673FF8BB}" srcId="{6B1F4899-FEB8-475A-872B-2ACECA8BC93B}" destId="{A1C8C20F-6D08-4883-96BF-698A5A670AE5}" srcOrd="0" destOrd="0" parTransId="{ED462575-0A80-408C-BDEF-6DC17E7EA155}" sibTransId="{826C6B2C-8F59-4BA5-921D-FB24723F35F0}"/>
    <dgm:cxn modelId="{B32CF8C0-C868-4D16-9195-52AC9755FD1E}" srcId="{6B1F4899-FEB8-475A-872B-2ACECA8BC93B}" destId="{9F1ECD6C-770C-498C-BB85-73125E523CF4}" srcOrd="2" destOrd="0" parTransId="{D80318FB-EA79-4669-A9B3-D96D3B479FC9}" sibTransId="{06E5F722-1412-4B6A-898C-4A599B6B6B60}"/>
    <dgm:cxn modelId="{BC934BD3-B60D-4143-932B-1E9CCFA43D32}" type="presOf" srcId="{9F1ECD6C-770C-498C-BB85-73125E523CF4}" destId="{0CEFC635-526A-4B07-B83A-CA97A2D2731F}" srcOrd="0" destOrd="0" presId="urn:microsoft.com/office/officeart/2005/8/layout/vList2"/>
    <dgm:cxn modelId="{47B2CEDF-638A-4C65-A773-A9E17DD41F5C}" type="presOf" srcId="{6B1F4899-FEB8-475A-872B-2ACECA8BC93B}" destId="{3FDAD11D-21D9-4851-B24C-CD84157B653B}" srcOrd="0" destOrd="0" presId="urn:microsoft.com/office/officeart/2005/8/layout/vList2"/>
    <dgm:cxn modelId="{6E746FEC-EC31-4671-AF76-A311D4DB552A}" type="presOf" srcId="{A1C8C20F-6D08-4883-96BF-698A5A670AE5}" destId="{75FA4C18-B111-4A2E-A9A8-D5C34ACE269A}" srcOrd="0" destOrd="0" presId="urn:microsoft.com/office/officeart/2005/8/layout/vList2"/>
    <dgm:cxn modelId="{56551F4C-1F69-4C76-9D46-682180BA34C2}" type="presParOf" srcId="{3FDAD11D-21D9-4851-B24C-CD84157B653B}" destId="{75FA4C18-B111-4A2E-A9A8-D5C34ACE269A}" srcOrd="0" destOrd="0" presId="urn:microsoft.com/office/officeart/2005/8/layout/vList2"/>
    <dgm:cxn modelId="{3E233BFA-9E53-4FD6-89E8-1233128C9821}" type="presParOf" srcId="{3FDAD11D-21D9-4851-B24C-CD84157B653B}" destId="{2CCE82C7-0140-41CC-A609-36031C119595}" srcOrd="1" destOrd="0" presId="urn:microsoft.com/office/officeart/2005/8/layout/vList2"/>
    <dgm:cxn modelId="{ADFDD649-DB7C-45CC-9CE7-1DCEAF63CC36}" type="presParOf" srcId="{3FDAD11D-21D9-4851-B24C-CD84157B653B}" destId="{F1B7EAA6-A5B5-4A62-8185-17E4807BC444}" srcOrd="2" destOrd="0" presId="urn:microsoft.com/office/officeart/2005/8/layout/vList2"/>
    <dgm:cxn modelId="{C12267B7-03D2-49B1-89E7-3B983CB17F37}" type="presParOf" srcId="{3FDAD11D-21D9-4851-B24C-CD84157B653B}" destId="{1AC9CA6F-F477-4B5C-9055-BF8CFAC33084}" srcOrd="3" destOrd="0" presId="urn:microsoft.com/office/officeart/2005/8/layout/vList2"/>
    <dgm:cxn modelId="{E70FC0F7-CA86-4296-8749-CF521D44B026}" type="presParOf" srcId="{3FDAD11D-21D9-4851-B24C-CD84157B653B}" destId="{0CEFC635-526A-4B07-B83A-CA97A2D2731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BD581E-CD32-4356-AE3F-00950E95843C}" type="doc">
      <dgm:prSet loTypeId="urn:microsoft.com/office/officeart/2005/8/layout/cycle5" loCatId="cycle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A8DE278-5DBB-4335-AF0C-3A6BAADD61CA}">
      <dgm:prSet/>
      <dgm:spPr/>
      <dgm:t>
        <a:bodyPr/>
        <a:lstStyle/>
        <a:p>
          <a:r>
            <a:rPr lang="en-US"/>
            <a:t>Conjunto de procesos estructurados para guiar el desarrollo y despliegue de software.</a:t>
          </a:r>
        </a:p>
      </dgm:t>
    </dgm:pt>
    <dgm:pt modelId="{223E7ABD-0B1C-48B5-8884-845C6EE804C8}" type="parTrans" cxnId="{26F39518-18C3-47D9-ACCD-E6C730FD6575}">
      <dgm:prSet/>
      <dgm:spPr/>
      <dgm:t>
        <a:bodyPr/>
        <a:lstStyle/>
        <a:p>
          <a:endParaRPr lang="en-US"/>
        </a:p>
      </dgm:t>
    </dgm:pt>
    <dgm:pt modelId="{62E8FE99-F7AD-4898-A5A4-48B0CC262A5E}" type="sibTrans" cxnId="{26F39518-18C3-47D9-ACCD-E6C730FD6575}">
      <dgm:prSet/>
      <dgm:spPr/>
      <dgm:t>
        <a:bodyPr/>
        <a:lstStyle/>
        <a:p>
          <a:endParaRPr lang="en-US"/>
        </a:p>
      </dgm:t>
    </dgm:pt>
    <dgm:pt modelId="{7730085A-AEE1-470E-9716-E91AA7B28DFC}">
      <dgm:prSet/>
      <dgm:spPr/>
      <dgm:t>
        <a:bodyPr/>
        <a:lstStyle/>
        <a:p>
          <a:r>
            <a:rPr lang="en-US"/>
            <a:t>Asegura la calidad, eficiencia y éxito del proyecto.</a:t>
          </a:r>
        </a:p>
      </dgm:t>
    </dgm:pt>
    <dgm:pt modelId="{20D3917B-F9E7-4A12-A5E1-7CE4DB6EEB37}" type="parTrans" cxnId="{CADF51C5-D99A-4ADE-9B14-CDEDF84FE6EE}">
      <dgm:prSet/>
      <dgm:spPr/>
      <dgm:t>
        <a:bodyPr/>
        <a:lstStyle/>
        <a:p>
          <a:endParaRPr lang="en-US"/>
        </a:p>
      </dgm:t>
    </dgm:pt>
    <dgm:pt modelId="{18288D76-C435-41E9-A67D-A21EF2613EA0}" type="sibTrans" cxnId="{CADF51C5-D99A-4ADE-9B14-CDEDF84FE6EE}">
      <dgm:prSet/>
      <dgm:spPr/>
      <dgm:t>
        <a:bodyPr/>
        <a:lstStyle/>
        <a:p>
          <a:endParaRPr lang="en-US"/>
        </a:p>
      </dgm:t>
    </dgm:pt>
    <dgm:pt modelId="{BD2E9E77-FC0D-4472-9712-F31C9A0AC1AC}">
      <dgm:prSet/>
      <dgm:spPr/>
      <dgm:t>
        <a:bodyPr/>
        <a:lstStyle/>
        <a:p>
          <a:r>
            <a:rPr lang="en-US"/>
            <a:t>Incluye etapas como análisis, diseño, desarrollo, pruebas, implementación y mantenimiento.</a:t>
          </a:r>
        </a:p>
      </dgm:t>
    </dgm:pt>
    <dgm:pt modelId="{F5355F72-FDE7-4CB0-AC8F-29AE3CCA8B2B}" type="parTrans" cxnId="{BBBAB0D1-EF6C-467F-9800-F9C6F75397C5}">
      <dgm:prSet/>
      <dgm:spPr/>
      <dgm:t>
        <a:bodyPr/>
        <a:lstStyle/>
        <a:p>
          <a:endParaRPr lang="en-US"/>
        </a:p>
      </dgm:t>
    </dgm:pt>
    <dgm:pt modelId="{C09B79E8-C83B-45B6-AD4F-F0422E52A674}" type="sibTrans" cxnId="{BBBAB0D1-EF6C-467F-9800-F9C6F75397C5}">
      <dgm:prSet/>
      <dgm:spPr/>
      <dgm:t>
        <a:bodyPr/>
        <a:lstStyle/>
        <a:p>
          <a:endParaRPr lang="en-US"/>
        </a:p>
      </dgm:t>
    </dgm:pt>
    <dgm:pt modelId="{7595E0A8-809E-41BD-8CD6-90B4FCC12D10}" type="pres">
      <dgm:prSet presAssocID="{8ABD581E-CD32-4356-AE3F-00950E95843C}" presName="cycle" presStyleCnt="0">
        <dgm:presLayoutVars>
          <dgm:dir/>
          <dgm:resizeHandles val="exact"/>
        </dgm:presLayoutVars>
      </dgm:prSet>
      <dgm:spPr/>
    </dgm:pt>
    <dgm:pt modelId="{37D943F6-B466-48D8-B6F0-ADFE4F22AD53}" type="pres">
      <dgm:prSet presAssocID="{6A8DE278-5DBB-4335-AF0C-3A6BAADD61CA}" presName="node" presStyleLbl="node1" presStyleIdx="0" presStyleCnt="3">
        <dgm:presLayoutVars>
          <dgm:bulletEnabled val="1"/>
        </dgm:presLayoutVars>
      </dgm:prSet>
      <dgm:spPr/>
    </dgm:pt>
    <dgm:pt modelId="{A39A8270-3833-4611-8E59-92FD656D7028}" type="pres">
      <dgm:prSet presAssocID="{6A8DE278-5DBB-4335-AF0C-3A6BAADD61CA}" presName="spNode" presStyleCnt="0"/>
      <dgm:spPr/>
    </dgm:pt>
    <dgm:pt modelId="{BC47E554-DCEA-4456-A279-0F9F538FC67D}" type="pres">
      <dgm:prSet presAssocID="{62E8FE99-F7AD-4898-A5A4-48B0CC262A5E}" presName="sibTrans" presStyleLbl="sibTrans1D1" presStyleIdx="0" presStyleCnt="3"/>
      <dgm:spPr/>
    </dgm:pt>
    <dgm:pt modelId="{5C4BA3E8-6B90-4425-B9D9-2A6F3CD814C8}" type="pres">
      <dgm:prSet presAssocID="{7730085A-AEE1-470E-9716-E91AA7B28DFC}" presName="node" presStyleLbl="node1" presStyleIdx="1" presStyleCnt="3">
        <dgm:presLayoutVars>
          <dgm:bulletEnabled val="1"/>
        </dgm:presLayoutVars>
      </dgm:prSet>
      <dgm:spPr/>
    </dgm:pt>
    <dgm:pt modelId="{0834AFEF-F827-4444-84B2-EB1664EE16CB}" type="pres">
      <dgm:prSet presAssocID="{7730085A-AEE1-470E-9716-E91AA7B28DFC}" presName="spNode" presStyleCnt="0"/>
      <dgm:spPr/>
    </dgm:pt>
    <dgm:pt modelId="{DC490409-CC40-43B8-AFC1-EC564224632E}" type="pres">
      <dgm:prSet presAssocID="{18288D76-C435-41E9-A67D-A21EF2613EA0}" presName="sibTrans" presStyleLbl="sibTrans1D1" presStyleIdx="1" presStyleCnt="3"/>
      <dgm:spPr/>
    </dgm:pt>
    <dgm:pt modelId="{409DE46B-87CC-4792-931D-6C13EF542A6F}" type="pres">
      <dgm:prSet presAssocID="{BD2E9E77-FC0D-4472-9712-F31C9A0AC1AC}" presName="node" presStyleLbl="node1" presStyleIdx="2" presStyleCnt="3">
        <dgm:presLayoutVars>
          <dgm:bulletEnabled val="1"/>
        </dgm:presLayoutVars>
      </dgm:prSet>
      <dgm:spPr/>
    </dgm:pt>
    <dgm:pt modelId="{CAD434FA-A7BA-4C79-A005-EB2447374D71}" type="pres">
      <dgm:prSet presAssocID="{BD2E9E77-FC0D-4472-9712-F31C9A0AC1AC}" presName="spNode" presStyleCnt="0"/>
      <dgm:spPr/>
    </dgm:pt>
    <dgm:pt modelId="{21207A02-7DA3-42E2-9206-8377E6B5DA8D}" type="pres">
      <dgm:prSet presAssocID="{C09B79E8-C83B-45B6-AD4F-F0422E52A674}" presName="sibTrans" presStyleLbl="sibTrans1D1" presStyleIdx="2" presStyleCnt="3"/>
      <dgm:spPr/>
    </dgm:pt>
  </dgm:ptLst>
  <dgm:cxnLst>
    <dgm:cxn modelId="{9472E50B-B879-42BB-982E-EB91C2BCA519}" type="presOf" srcId="{6A8DE278-5DBB-4335-AF0C-3A6BAADD61CA}" destId="{37D943F6-B466-48D8-B6F0-ADFE4F22AD53}" srcOrd="0" destOrd="0" presId="urn:microsoft.com/office/officeart/2005/8/layout/cycle5"/>
    <dgm:cxn modelId="{26F39518-18C3-47D9-ACCD-E6C730FD6575}" srcId="{8ABD581E-CD32-4356-AE3F-00950E95843C}" destId="{6A8DE278-5DBB-4335-AF0C-3A6BAADD61CA}" srcOrd="0" destOrd="0" parTransId="{223E7ABD-0B1C-48B5-8884-845C6EE804C8}" sibTransId="{62E8FE99-F7AD-4898-A5A4-48B0CC262A5E}"/>
    <dgm:cxn modelId="{AD25D676-A7B1-49F2-BA9C-50E2F4B349E0}" type="presOf" srcId="{7730085A-AEE1-470E-9716-E91AA7B28DFC}" destId="{5C4BA3E8-6B90-4425-B9D9-2A6F3CD814C8}" srcOrd="0" destOrd="0" presId="urn:microsoft.com/office/officeart/2005/8/layout/cycle5"/>
    <dgm:cxn modelId="{293B4880-4E82-40F2-862D-704460EB1E2E}" type="presOf" srcId="{18288D76-C435-41E9-A67D-A21EF2613EA0}" destId="{DC490409-CC40-43B8-AFC1-EC564224632E}" srcOrd="0" destOrd="0" presId="urn:microsoft.com/office/officeart/2005/8/layout/cycle5"/>
    <dgm:cxn modelId="{F93FC899-C6D9-427F-94FB-2D44F259F8F3}" type="presOf" srcId="{8ABD581E-CD32-4356-AE3F-00950E95843C}" destId="{7595E0A8-809E-41BD-8CD6-90B4FCC12D10}" srcOrd="0" destOrd="0" presId="urn:microsoft.com/office/officeart/2005/8/layout/cycle5"/>
    <dgm:cxn modelId="{149A78A2-F5D6-4A9E-B4C3-686C55129438}" type="presOf" srcId="{BD2E9E77-FC0D-4472-9712-F31C9A0AC1AC}" destId="{409DE46B-87CC-4792-931D-6C13EF542A6F}" srcOrd="0" destOrd="0" presId="urn:microsoft.com/office/officeart/2005/8/layout/cycle5"/>
    <dgm:cxn modelId="{F4F375AF-D310-4781-9124-903121C0B971}" type="presOf" srcId="{C09B79E8-C83B-45B6-AD4F-F0422E52A674}" destId="{21207A02-7DA3-42E2-9206-8377E6B5DA8D}" srcOrd="0" destOrd="0" presId="urn:microsoft.com/office/officeart/2005/8/layout/cycle5"/>
    <dgm:cxn modelId="{CADF51C5-D99A-4ADE-9B14-CDEDF84FE6EE}" srcId="{8ABD581E-CD32-4356-AE3F-00950E95843C}" destId="{7730085A-AEE1-470E-9716-E91AA7B28DFC}" srcOrd="1" destOrd="0" parTransId="{20D3917B-F9E7-4A12-A5E1-7CE4DB6EEB37}" sibTransId="{18288D76-C435-41E9-A67D-A21EF2613EA0}"/>
    <dgm:cxn modelId="{BBBAB0D1-EF6C-467F-9800-F9C6F75397C5}" srcId="{8ABD581E-CD32-4356-AE3F-00950E95843C}" destId="{BD2E9E77-FC0D-4472-9712-F31C9A0AC1AC}" srcOrd="2" destOrd="0" parTransId="{F5355F72-FDE7-4CB0-AC8F-29AE3CCA8B2B}" sibTransId="{C09B79E8-C83B-45B6-AD4F-F0422E52A674}"/>
    <dgm:cxn modelId="{1389BEE4-E870-401F-9F54-19F4D2BECFD3}" type="presOf" srcId="{62E8FE99-F7AD-4898-A5A4-48B0CC262A5E}" destId="{BC47E554-DCEA-4456-A279-0F9F538FC67D}" srcOrd="0" destOrd="0" presId="urn:microsoft.com/office/officeart/2005/8/layout/cycle5"/>
    <dgm:cxn modelId="{6D02713C-0D47-41FA-9B20-56E36DDDAE02}" type="presParOf" srcId="{7595E0A8-809E-41BD-8CD6-90B4FCC12D10}" destId="{37D943F6-B466-48D8-B6F0-ADFE4F22AD53}" srcOrd="0" destOrd="0" presId="urn:microsoft.com/office/officeart/2005/8/layout/cycle5"/>
    <dgm:cxn modelId="{BEE63D23-B216-46CD-ADB5-5B1F2EC01FDE}" type="presParOf" srcId="{7595E0A8-809E-41BD-8CD6-90B4FCC12D10}" destId="{A39A8270-3833-4611-8E59-92FD656D7028}" srcOrd="1" destOrd="0" presId="urn:microsoft.com/office/officeart/2005/8/layout/cycle5"/>
    <dgm:cxn modelId="{40888AF3-36F2-45CB-8B58-1EAB3CF5C2B7}" type="presParOf" srcId="{7595E0A8-809E-41BD-8CD6-90B4FCC12D10}" destId="{BC47E554-DCEA-4456-A279-0F9F538FC67D}" srcOrd="2" destOrd="0" presId="urn:microsoft.com/office/officeart/2005/8/layout/cycle5"/>
    <dgm:cxn modelId="{12085010-0053-4728-A442-B0B7F6D6542E}" type="presParOf" srcId="{7595E0A8-809E-41BD-8CD6-90B4FCC12D10}" destId="{5C4BA3E8-6B90-4425-B9D9-2A6F3CD814C8}" srcOrd="3" destOrd="0" presId="urn:microsoft.com/office/officeart/2005/8/layout/cycle5"/>
    <dgm:cxn modelId="{4C8516FA-1302-452C-8A99-7E53BDD72C15}" type="presParOf" srcId="{7595E0A8-809E-41BD-8CD6-90B4FCC12D10}" destId="{0834AFEF-F827-4444-84B2-EB1664EE16CB}" srcOrd="4" destOrd="0" presId="urn:microsoft.com/office/officeart/2005/8/layout/cycle5"/>
    <dgm:cxn modelId="{E409417A-B7B8-4401-99B5-3A79BC27055B}" type="presParOf" srcId="{7595E0A8-809E-41BD-8CD6-90B4FCC12D10}" destId="{DC490409-CC40-43B8-AFC1-EC564224632E}" srcOrd="5" destOrd="0" presId="urn:microsoft.com/office/officeart/2005/8/layout/cycle5"/>
    <dgm:cxn modelId="{7FD9698B-D2B6-4351-9F27-D1DF64DFCDE9}" type="presParOf" srcId="{7595E0A8-809E-41BD-8CD6-90B4FCC12D10}" destId="{409DE46B-87CC-4792-931D-6C13EF542A6F}" srcOrd="6" destOrd="0" presId="urn:microsoft.com/office/officeart/2005/8/layout/cycle5"/>
    <dgm:cxn modelId="{185E20F2-C904-4DDA-8608-06D62B952D35}" type="presParOf" srcId="{7595E0A8-809E-41BD-8CD6-90B4FCC12D10}" destId="{CAD434FA-A7BA-4C79-A005-EB2447374D71}" srcOrd="7" destOrd="0" presId="urn:microsoft.com/office/officeart/2005/8/layout/cycle5"/>
    <dgm:cxn modelId="{92DA276E-DD1C-492D-9A25-86EA261126AE}" type="presParOf" srcId="{7595E0A8-809E-41BD-8CD6-90B4FCC12D10}" destId="{21207A02-7DA3-42E2-9206-8377E6B5DA8D}" srcOrd="8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D6AF06-722D-41CE-AC7C-0C0628FFA7A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A580A0-65DF-40A4-8B05-CF4C462C2F49}">
      <dgm:prSet/>
      <dgm:spPr/>
      <dgm:t>
        <a:bodyPr/>
        <a:lstStyle/>
        <a:p>
          <a:r>
            <a:rPr lang="en-US"/>
            <a:t>Tradicionales vs. Ágiles.</a:t>
          </a:r>
        </a:p>
      </dgm:t>
    </dgm:pt>
    <dgm:pt modelId="{ED152CA0-AB6E-420E-90FC-A59648CB6612}" type="parTrans" cxnId="{F1BF3905-729E-4740-B95A-D3103884451E}">
      <dgm:prSet/>
      <dgm:spPr/>
      <dgm:t>
        <a:bodyPr/>
        <a:lstStyle/>
        <a:p>
          <a:endParaRPr lang="en-US"/>
        </a:p>
      </dgm:t>
    </dgm:pt>
    <dgm:pt modelId="{CC2DE7CE-0DBB-463E-9BA2-B06399C1ABCD}" type="sibTrans" cxnId="{F1BF3905-729E-4740-B95A-D3103884451E}">
      <dgm:prSet/>
      <dgm:spPr/>
      <dgm:t>
        <a:bodyPr/>
        <a:lstStyle/>
        <a:p>
          <a:endParaRPr lang="en-US"/>
        </a:p>
      </dgm:t>
    </dgm:pt>
    <dgm:pt modelId="{64BA425D-072D-4D95-9D56-9D5C7A4B4093}">
      <dgm:prSet/>
      <dgm:spPr/>
      <dgm:t>
        <a:bodyPr/>
        <a:lstStyle/>
        <a:p>
          <a:r>
            <a:rPr lang="en-US"/>
            <a:t>Personalizadas vs. Estándar de la industria.</a:t>
          </a:r>
        </a:p>
      </dgm:t>
    </dgm:pt>
    <dgm:pt modelId="{76FF13E1-45CF-4C15-8D83-443DDB213A5C}" type="parTrans" cxnId="{56E6CB61-4DF3-46CB-BBE3-DEF0D027A07D}">
      <dgm:prSet/>
      <dgm:spPr/>
      <dgm:t>
        <a:bodyPr/>
        <a:lstStyle/>
        <a:p>
          <a:endParaRPr lang="en-US"/>
        </a:p>
      </dgm:t>
    </dgm:pt>
    <dgm:pt modelId="{3CC3B94C-E9AB-4BAB-BF57-79F2279B628E}" type="sibTrans" cxnId="{56E6CB61-4DF3-46CB-BBE3-DEF0D027A07D}">
      <dgm:prSet/>
      <dgm:spPr/>
      <dgm:t>
        <a:bodyPr/>
        <a:lstStyle/>
        <a:p>
          <a:endParaRPr lang="en-US"/>
        </a:p>
      </dgm:t>
    </dgm:pt>
    <dgm:pt modelId="{B4CF5648-0A4A-4035-B7F4-3644045C286B}">
      <dgm:prSet/>
      <dgm:spPr/>
      <dgm:t>
        <a:bodyPr/>
        <a:lstStyle/>
        <a:p>
          <a:r>
            <a:rPr lang="en-US"/>
            <a:t>Ejemplos: Scrum, DevOps, PRINCE2.</a:t>
          </a:r>
        </a:p>
      </dgm:t>
    </dgm:pt>
    <dgm:pt modelId="{3CB35A29-55E1-49D2-B287-2A3F452DD49E}" type="parTrans" cxnId="{163FBCB2-0109-48CD-B1E6-14A00CB0CAB9}">
      <dgm:prSet/>
      <dgm:spPr/>
      <dgm:t>
        <a:bodyPr/>
        <a:lstStyle/>
        <a:p>
          <a:endParaRPr lang="en-US"/>
        </a:p>
      </dgm:t>
    </dgm:pt>
    <dgm:pt modelId="{9C6F62C1-E317-47D9-89ED-CD6D1A39B7C4}" type="sibTrans" cxnId="{163FBCB2-0109-48CD-B1E6-14A00CB0CAB9}">
      <dgm:prSet/>
      <dgm:spPr/>
      <dgm:t>
        <a:bodyPr/>
        <a:lstStyle/>
        <a:p>
          <a:endParaRPr lang="en-US"/>
        </a:p>
      </dgm:t>
    </dgm:pt>
    <dgm:pt modelId="{2CE9B75B-62F9-43C5-9015-F7D6DC0BD64B}" type="pres">
      <dgm:prSet presAssocID="{69D6AF06-722D-41CE-AC7C-0C0628FFA7A3}" presName="root" presStyleCnt="0">
        <dgm:presLayoutVars>
          <dgm:dir/>
          <dgm:resizeHandles val="exact"/>
        </dgm:presLayoutVars>
      </dgm:prSet>
      <dgm:spPr/>
    </dgm:pt>
    <dgm:pt modelId="{2582B83F-AC88-4C03-B19D-192A8AB89C0D}" type="pres">
      <dgm:prSet presAssocID="{B9A580A0-65DF-40A4-8B05-CF4C462C2F49}" presName="compNode" presStyleCnt="0"/>
      <dgm:spPr/>
    </dgm:pt>
    <dgm:pt modelId="{43901DD0-C57E-460E-B50F-618B525CACA5}" type="pres">
      <dgm:prSet presAssocID="{B9A580A0-65DF-40A4-8B05-CF4C462C2F49}" presName="bgRect" presStyleLbl="bgShp" presStyleIdx="0" presStyleCnt="3"/>
      <dgm:spPr/>
    </dgm:pt>
    <dgm:pt modelId="{65717FB8-F48C-415D-928E-E09B2C716150}" type="pres">
      <dgm:prSet presAssocID="{B9A580A0-65DF-40A4-8B05-CF4C462C2F4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B4EEF04-76B8-4807-AB98-10327B9F18E8}" type="pres">
      <dgm:prSet presAssocID="{B9A580A0-65DF-40A4-8B05-CF4C462C2F49}" presName="spaceRect" presStyleCnt="0"/>
      <dgm:spPr/>
    </dgm:pt>
    <dgm:pt modelId="{2BF16946-81EC-47FE-9C30-4028A24F7526}" type="pres">
      <dgm:prSet presAssocID="{B9A580A0-65DF-40A4-8B05-CF4C462C2F49}" presName="parTx" presStyleLbl="revTx" presStyleIdx="0" presStyleCnt="3">
        <dgm:presLayoutVars>
          <dgm:chMax val="0"/>
          <dgm:chPref val="0"/>
        </dgm:presLayoutVars>
      </dgm:prSet>
      <dgm:spPr/>
    </dgm:pt>
    <dgm:pt modelId="{445150D9-9E8A-4B81-AE1C-C938D003D228}" type="pres">
      <dgm:prSet presAssocID="{CC2DE7CE-0DBB-463E-9BA2-B06399C1ABCD}" presName="sibTrans" presStyleCnt="0"/>
      <dgm:spPr/>
    </dgm:pt>
    <dgm:pt modelId="{6D47E93B-B682-4360-971A-FB9A1C083CA0}" type="pres">
      <dgm:prSet presAssocID="{64BA425D-072D-4D95-9D56-9D5C7A4B4093}" presName="compNode" presStyleCnt="0"/>
      <dgm:spPr/>
    </dgm:pt>
    <dgm:pt modelId="{5345EBAC-8D53-471E-B603-E26EDA65FB6E}" type="pres">
      <dgm:prSet presAssocID="{64BA425D-072D-4D95-9D56-9D5C7A4B4093}" presName="bgRect" presStyleLbl="bgShp" presStyleIdx="1" presStyleCnt="3"/>
      <dgm:spPr/>
    </dgm:pt>
    <dgm:pt modelId="{20B4BEBD-2808-404A-97F7-DDB3AD817536}" type="pres">
      <dgm:prSet presAssocID="{64BA425D-072D-4D95-9D56-9D5C7A4B409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50B78967-4494-47A0-BF2B-22299910A3FA}" type="pres">
      <dgm:prSet presAssocID="{64BA425D-072D-4D95-9D56-9D5C7A4B4093}" presName="spaceRect" presStyleCnt="0"/>
      <dgm:spPr/>
    </dgm:pt>
    <dgm:pt modelId="{1BDC9918-74EB-4ADF-976F-A70AF5E89190}" type="pres">
      <dgm:prSet presAssocID="{64BA425D-072D-4D95-9D56-9D5C7A4B4093}" presName="parTx" presStyleLbl="revTx" presStyleIdx="1" presStyleCnt="3">
        <dgm:presLayoutVars>
          <dgm:chMax val="0"/>
          <dgm:chPref val="0"/>
        </dgm:presLayoutVars>
      </dgm:prSet>
      <dgm:spPr/>
    </dgm:pt>
    <dgm:pt modelId="{425505D0-EE34-44D6-B9F9-817FC097555B}" type="pres">
      <dgm:prSet presAssocID="{3CC3B94C-E9AB-4BAB-BF57-79F2279B628E}" presName="sibTrans" presStyleCnt="0"/>
      <dgm:spPr/>
    </dgm:pt>
    <dgm:pt modelId="{1EAB7B8C-BC50-454D-9EFC-269A8AF7C3D5}" type="pres">
      <dgm:prSet presAssocID="{B4CF5648-0A4A-4035-B7F4-3644045C286B}" presName="compNode" presStyleCnt="0"/>
      <dgm:spPr/>
    </dgm:pt>
    <dgm:pt modelId="{FE194542-1252-49F2-91C2-DDB05BFDE459}" type="pres">
      <dgm:prSet presAssocID="{B4CF5648-0A4A-4035-B7F4-3644045C286B}" presName="bgRect" presStyleLbl="bgShp" presStyleIdx="2" presStyleCnt="3"/>
      <dgm:spPr/>
    </dgm:pt>
    <dgm:pt modelId="{369B6DED-ACFA-4728-BFB1-897DAC65688C}" type="pres">
      <dgm:prSet presAssocID="{B4CF5648-0A4A-4035-B7F4-3644045C28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F8781D33-5399-4E92-A0A0-C44D64217F02}" type="pres">
      <dgm:prSet presAssocID="{B4CF5648-0A4A-4035-B7F4-3644045C286B}" presName="spaceRect" presStyleCnt="0"/>
      <dgm:spPr/>
    </dgm:pt>
    <dgm:pt modelId="{6244AFC5-D840-4203-8C3F-BEAE559F4F6B}" type="pres">
      <dgm:prSet presAssocID="{B4CF5648-0A4A-4035-B7F4-3644045C286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1BF3905-729E-4740-B95A-D3103884451E}" srcId="{69D6AF06-722D-41CE-AC7C-0C0628FFA7A3}" destId="{B9A580A0-65DF-40A4-8B05-CF4C462C2F49}" srcOrd="0" destOrd="0" parTransId="{ED152CA0-AB6E-420E-90FC-A59648CB6612}" sibTransId="{CC2DE7CE-0DBB-463E-9BA2-B06399C1ABCD}"/>
    <dgm:cxn modelId="{BC050C22-EFB1-43D3-8C81-F373CA16DAE9}" type="presOf" srcId="{64BA425D-072D-4D95-9D56-9D5C7A4B4093}" destId="{1BDC9918-74EB-4ADF-976F-A70AF5E89190}" srcOrd="0" destOrd="0" presId="urn:microsoft.com/office/officeart/2018/2/layout/IconVerticalSolidList"/>
    <dgm:cxn modelId="{47394741-03DD-4893-9D12-0F355D63FAEE}" type="presOf" srcId="{B4CF5648-0A4A-4035-B7F4-3644045C286B}" destId="{6244AFC5-D840-4203-8C3F-BEAE559F4F6B}" srcOrd="0" destOrd="0" presId="urn:microsoft.com/office/officeart/2018/2/layout/IconVerticalSolidList"/>
    <dgm:cxn modelId="{56E6CB61-4DF3-46CB-BBE3-DEF0D027A07D}" srcId="{69D6AF06-722D-41CE-AC7C-0C0628FFA7A3}" destId="{64BA425D-072D-4D95-9D56-9D5C7A4B4093}" srcOrd="1" destOrd="0" parTransId="{76FF13E1-45CF-4C15-8D83-443DDB213A5C}" sibTransId="{3CC3B94C-E9AB-4BAB-BF57-79F2279B628E}"/>
    <dgm:cxn modelId="{25229F68-2E88-4248-875F-9FB87174211E}" type="presOf" srcId="{69D6AF06-722D-41CE-AC7C-0C0628FFA7A3}" destId="{2CE9B75B-62F9-43C5-9015-F7D6DC0BD64B}" srcOrd="0" destOrd="0" presId="urn:microsoft.com/office/officeart/2018/2/layout/IconVerticalSolidList"/>
    <dgm:cxn modelId="{163FBCB2-0109-48CD-B1E6-14A00CB0CAB9}" srcId="{69D6AF06-722D-41CE-AC7C-0C0628FFA7A3}" destId="{B4CF5648-0A4A-4035-B7F4-3644045C286B}" srcOrd="2" destOrd="0" parTransId="{3CB35A29-55E1-49D2-B287-2A3F452DD49E}" sibTransId="{9C6F62C1-E317-47D9-89ED-CD6D1A39B7C4}"/>
    <dgm:cxn modelId="{EF6849DF-5909-4171-A139-4B9134B2151C}" type="presOf" srcId="{B9A580A0-65DF-40A4-8B05-CF4C462C2F49}" destId="{2BF16946-81EC-47FE-9C30-4028A24F7526}" srcOrd="0" destOrd="0" presId="urn:microsoft.com/office/officeart/2018/2/layout/IconVerticalSolidList"/>
    <dgm:cxn modelId="{0067A24B-3DFE-4887-9899-2B60E54B5D85}" type="presParOf" srcId="{2CE9B75B-62F9-43C5-9015-F7D6DC0BD64B}" destId="{2582B83F-AC88-4C03-B19D-192A8AB89C0D}" srcOrd="0" destOrd="0" presId="urn:microsoft.com/office/officeart/2018/2/layout/IconVerticalSolidList"/>
    <dgm:cxn modelId="{82B2AC18-24B6-4529-8F46-BB05F37DFCBB}" type="presParOf" srcId="{2582B83F-AC88-4C03-B19D-192A8AB89C0D}" destId="{43901DD0-C57E-460E-B50F-618B525CACA5}" srcOrd="0" destOrd="0" presId="urn:microsoft.com/office/officeart/2018/2/layout/IconVerticalSolidList"/>
    <dgm:cxn modelId="{8EF171CF-1D17-4264-9141-BC29C2FD6AB8}" type="presParOf" srcId="{2582B83F-AC88-4C03-B19D-192A8AB89C0D}" destId="{65717FB8-F48C-415D-928E-E09B2C716150}" srcOrd="1" destOrd="0" presId="urn:microsoft.com/office/officeart/2018/2/layout/IconVerticalSolidList"/>
    <dgm:cxn modelId="{09C35696-09A8-4640-AC01-4BB904C8E6DC}" type="presParOf" srcId="{2582B83F-AC88-4C03-B19D-192A8AB89C0D}" destId="{CB4EEF04-76B8-4807-AB98-10327B9F18E8}" srcOrd="2" destOrd="0" presId="urn:microsoft.com/office/officeart/2018/2/layout/IconVerticalSolidList"/>
    <dgm:cxn modelId="{5B781470-9332-4547-824D-6A8120CEB86E}" type="presParOf" srcId="{2582B83F-AC88-4C03-B19D-192A8AB89C0D}" destId="{2BF16946-81EC-47FE-9C30-4028A24F7526}" srcOrd="3" destOrd="0" presId="urn:microsoft.com/office/officeart/2018/2/layout/IconVerticalSolidList"/>
    <dgm:cxn modelId="{D9C35C37-3342-4F40-9C0D-DF0D727E4650}" type="presParOf" srcId="{2CE9B75B-62F9-43C5-9015-F7D6DC0BD64B}" destId="{445150D9-9E8A-4B81-AE1C-C938D003D228}" srcOrd="1" destOrd="0" presId="urn:microsoft.com/office/officeart/2018/2/layout/IconVerticalSolidList"/>
    <dgm:cxn modelId="{37648D46-CA32-43D4-AEE0-8CCB60DD2F6B}" type="presParOf" srcId="{2CE9B75B-62F9-43C5-9015-F7D6DC0BD64B}" destId="{6D47E93B-B682-4360-971A-FB9A1C083CA0}" srcOrd="2" destOrd="0" presId="urn:microsoft.com/office/officeart/2018/2/layout/IconVerticalSolidList"/>
    <dgm:cxn modelId="{87C2D743-F969-43AD-B4F9-E3E75955C2C5}" type="presParOf" srcId="{6D47E93B-B682-4360-971A-FB9A1C083CA0}" destId="{5345EBAC-8D53-471E-B603-E26EDA65FB6E}" srcOrd="0" destOrd="0" presId="urn:microsoft.com/office/officeart/2018/2/layout/IconVerticalSolidList"/>
    <dgm:cxn modelId="{2A1DD026-815D-42A6-B343-12DC909063EB}" type="presParOf" srcId="{6D47E93B-B682-4360-971A-FB9A1C083CA0}" destId="{20B4BEBD-2808-404A-97F7-DDB3AD817536}" srcOrd="1" destOrd="0" presId="urn:microsoft.com/office/officeart/2018/2/layout/IconVerticalSolidList"/>
    <dgm:cxn modelId="{B98D5117-7C3F-4CA4-8C03-82814D8AB6DD}" type="presParOf" srcId="{6D47E93B-B682-4360-971A-FB9A1C083CA0}" destId="{50B78967-4494-47A0-BF2B-22299910A3FA}" srcOrd="2" destOrd="0" presId="urn:microsoft.com/office/officeart/2018/2/layout/IconVerticalSolidList"/>
    <dgm:cxn modelId="{4CA39CFA-E92A-44D7-A579-4EBA3D82FF04}" type="presParOf" srcId="{6D47E93B-B682-4360-971A-FB9A1C083CA0}" destId="{1BDC9918-74EB-4ADF-976F-A70AF5E89190}" srcOrd="3" destOrd="0" presId="urn:microsoft.com/office/officeart/2018/2/layout/IconVerticalSolidList"/>
    <dgm:cxn modelId="{3C3648BA-ECA6-4DA9-A4EB-D8AE3F5AF104}" type="presParOf" srcId="{2CE9B75B-62F9-43C5-9015-F7D6DC0BD64B}" destId="{425505D0-EE34-44D6-B9F9-817FC097555B}" srcOrd="3" destOrd="0" presId="urn:microsoft.com/office/officeart/2018/2/layout/IconVerticalSolidList"/>
    <dgm:cxn modelId="{F25705F1-40E8-4DC6-93F0-58EF32E9B528}" type="presParOf" srcId="{2CE9B75B-62F9-43C5-9015-F7D6DC0BD64B}" destId="{1EAB7B8C-BC50-454D-9EFC-269A8AF7C3D5}" srcOrd="4" destOrd="0" presId="urn:microsoft.com/office/officeart/2018/2/layout/IconVerticalSolidList"/>
    <dgm:cxn modelId="{3EDCE385-6C7B-4204-BD28-4FA544B76C1A}" type="presParOf" srcId="{1EAB7B8C-BC50-454D-9EFC-269A8AF7C3D5}" destId="{FE194542-1252-49F2-91C2-DDB05BFDE459}" srcOrd="0" destOrd="0" presId="urn:microsoft.com/office/officeart/2018/2/layout/IconVerticalSolidList"/>
    <dgm:cxn modelId="{91529DBA-98F8-4E48-A0BD-E654F3500FB4}" type="presParOf" srcId="{1EAB7B8C-BC50-454D-9EFC-269A8AF7C3D5}" destId="{369B6DED-ACFA-4728-BFB1-897DAC65688C}" srcOrd="1" destOrd="0" presId="urn:microsoft.com/office/officeart/2018/2/layout/IconVerticalSolidList"/>
    <dgm:cxn modelId="{DFDE91F6-33AD-4CC1-A895-50155B502EE0}" type="presParOf" srcId="{1EAB7B8C-BC50-454D-9EFC-269A8AF7C3D5}" destId="{F8781D33-5399-4E92-A0A0-C44D64217F02}" srcOrd="2" destOrd="0" presId="urn:microsoft.com/office/officeart/2018/2/layout/IconVerticalSolidList"/>
    <dgm:cxn modelId="{892BE6E4-FA50-49BC-A648-B8878AE7181B}" type="presParOf" srcId="{1EAB7B8C-BC50-454D-9EFC-269A8AF7C3D5}" destId="{6244AFC5-D840-4203-8C3F-BEAE559F4F6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430C685-59CD-4E9A-91CB-F3098778EEB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552A3D6-D0BC-401B-832C-3F064521CC6C}">
      <dgm:prSet/>
      <dgm:spPr/>
      <dgm:t>
        <a:bodyPr/>
        <a:lstStyle/>
        <a:p>
          <a:r>
            <a:rPr lang="en-US"/>
            <a:t>Modelo secuencial y lineal.</a:t>
          </a:r>
        </a:p>
      </dgm:t>
    </dgm:pt>
    <dgm:pt modelId="{802E81AA-A6E0-46E0-848E-B4EAF67AFC18}" type="parTrans" cxnId="{4DBB5B92-1BCE-43D1-BB51-08E000B9DE58}">
      <dgm:prSet/>
      <dgm:spPr/>
      <dgm:t>
        <a:bodyPr/>
        <a:lstStyle/>
        <a:p>
          <a:endParaRPr lang="en-US"/>
        </a:p>
      </dgm:t>
    </dgm:pt>
    <dgm:pt modelId="{3B61C6A1-2F66-4BFC-99B1-B307E542CD9E}" type="sibTrans" cxnId="{4DBB5B92-1BCE-43D1-BB51-08E000B9DE58}">
      <dgm:prSet/>
      <dgm:spPr/>
      <dgm:t>
        <a:bodyPr/>
        <a:lstStyle/>
        <a:p>
          <a:endParaRPr lang="en-US"/>
        </a:p>
      </dgm:t>
    </dgm:pt>
    <dgm:pt modelId="{6AA9C50D-A80B-4510-AF88-AF8C33A448F5}">
      <dgm:prSet/>
      <dgm:spPr/>
      <dgm:t>
        <a:bodyPr/>
        <a:lstStyle/>
        <a:p>
          <a:r>
            <a:rPr lang="en-US"/>
            <a:t>Cada fase debe completarse antes de iniciar la siguiente.</a:t>
          </a:r>
        </a:p>
      </dgm:t>
    </dgm:pt>
    <dgm:pt modelId="{2E709092-7769-4D1B-BB42-7E228BE2D8B0}" type="parTrans" cxnId="{62FAAF9B-D86F-4154-9D98-EE1803FC9396}">
      <dgm:prSet/>
      <dgm:spPr/>
      <dgm:t>
        <a:bodyPr/>
        <a:lstStyle/>
        <a:p>
          <a:endParaRPr lang="en-US"/>
        </a:p>
      </dgm:t>
    </dgm:pt>
    <dgm:pt modelId="{7AC0E0F0-6581-4FDC-AC4D-CDA63C69222A}" type="sibTrans" cxnId="{62FAAF9B-D86F-4154-9D98-EE1803FC9396}">
      <dgm:prSet/>
      <dgm:spPr/>
      <dgm:t>
        <a:bodyPr/>
        <a:lstStyle/>
        <a:p>
          <a:endParaRPr lang="en-US"/>
        </a:p>
      </dgm:t>
    </dgm:pt>
    <dgm:pt modelId="{0BFB2B3D-D77C-4717-8ED7-47735F8AE156}">
      <dgm:prSet/>
      <dgm:spPr/>
      <dgm:t>
        <a:bodyPr/>
        <a:lstStyle/>
        <a:p>
          <a:r>
            <a:rPr lang="en-US"/>
            <a:t>Adecuado para proyectos con requisitos bien definidos.</a:t>
          </a:r>
        </a:p>
      </dgm:t>
    </dgm:pt>
    <dgm:pt modelId="{12B3179B-FCCC-477D-8CCA-697CD5FD6F11}" type="parTrans" cxnId="{0E771AAC-AE40-4ABF-884E-C091B8E776B0}">
      <dgm:prSet/>
      <dgm:spPr/>
      <dgm:t>
        <a:bodyPr/>
        <a:lstStyle/>
        <a:p>
          <a:endParaRPr lang="en-US"/>
        </a:p>
      </dgm:t>
    </dgm:pt>
    <dgm:pt modelId="{078EEF68-11CC-4FC2-84D5-A5358D772DE5}" type="sibTrans" cxnId="{0E771AAC-AE40-4ABF-884E-C091B8E776B0}">
      <dgm:prSet/>
      <dgm:spPr/>
      <dgm:t>
        <a:bodyPr/>
        <a:lstStyle/>
        <a:p>
          <a:endParaRPr lang="en-US"/>
        </a:p>
      </dgm:t>
    </dgm:pt>
    <dgm:pt modelId="{48887E0F-0E4D-4E4A-A543-BCB9C53855CB}" type="pres">
      <dgm:prSet presAssocID="{4430C685-59CD-4E9A-91CB-F3098778EEBB}" presName="root" presStyleCnt="0">
        <dgm:presLayoutVars>
          <dgm:dir/>
          <dgm:resizeHandles val="exact"/>
        </dgm:presLayoutVars>
      </dgm:prSet>
      <dgm:spPr/>
    </dgm:pt>
    <dgm:pt modelId="{7D2D8AA7-11F5-4E39-ABC3-B034FDC5A88F}" type="pres">
      <dgm:prSet presAssocID="{B552A3D6-D0BC-401B-832C-3F064521CC6C}" presName="compNode" presStyleCnt="0"/>
      <dgm:spPr/>
    </dgm:pt>
    <dgm:pt modelId="{B114B017-1A4B-4C27-B7B5-F01D885E2F7F}" type="pres">
      <dgm:prSet presAssocID="{B552A3D6-D0BC-401B-832C-3F064521CC6C}" presName="bgRect" presStyleLbl="bgShp" presStyleIdx="0" presStyleCnt="3"/>
      <dgm:spPr/>
    </dgm:pt>
    <dgm:pt modelId="{F9A04042-1E04-4348-A045-EA4A404557AC}" type="pres">
      <dgm:prSet presAssocID="{B552A3D6-D0BC-401B-832C-3F064521CC6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3A4D288E-0E77-47D9-8068-1FD2F2FFCCEB}" type="pres">
      <dgm:prSet presAssocID="{B552A3D6-D0BC-401B-832C-3F064521CC6C}" presName="spaceRect" presStyleCnt="0"/>
      <dgm:spPr/>
    </dgm:pt>
    <dgm:pt modelId="{8B0A0972-3051-4E9F-94D0-84E6B327AF72}" type="pres">
      <dgm:prSet presAssocID="{B552A3D6-D0BC-401B-832C-3F064521CC6C}" presName="parTx" presStyleLbl="revTx" presStyleIdx="0" presStyleCnt="3">
        <dgm:presLayoutVars>
          <dgm:chMax val="0"/>
          <dgm:chPref val="0"/>
        </dgm:presLayoutVars>
      </dgm:prSet>
      <dgm:spPr/>
    </dgm:pt>
    <dgm:pt modelId="{224CBD28-D5F7-4D43-B049-B6919D49F1A3}" type="pres">
      <dgm:prSet presAssocID="{3B61C6A1-2F66-4BFC-99B1-B307E542CD9E}" presName="sibTrans" presStyleCnt="0"/>
      <dgm:spPr/>
    </dgm:pt>
    <dgm:pt modelId="{C7936F95-010C-44FC-8008-373E534B52F9}" type="pres">
      <dgm:prSet presAssocID="{6AA9C50D-A80B-4510-AF88-AF8C33A448F5}" presName="compNode" presStyleCnt="0"/>
      <dgm:spPr/>
    </dgm:pt>
    <dgm:pt modelId="{18A83DF9-07CA-470E-8548-C09D022EE275}" type="pres">
      <dgm:prSet presAssocID="{6AA9C50D-A80B-4510-AF88-AF8C33A448F5}" presName="bgRect" presStyleLbl="bgShp" presStyleIdx="1" presStyleCnt="3"/>
      <dgm:spPr/>
    </dgm:pt>
    <dgm:pt modelId="{8EF7F89E-310C-42C4-B824-37BF1A2D036C}" type="pres">
      <dgm:prSet presAssocID="{6AA9C50D-A80B-4510-AF88-AF8C33A448F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362AA7EE-E221-4FFA-B86A-DBB2401077A3}" type="pres">
      <dgm:prSet presAssocID="{6AA9C50D-A80B-4510-AF88-AF8C33A448F5}" presName="spaceRect" presStyleCnt="0"/>
      <dgm:spPr/>
    </dgm:pt>
    <dgm:pt modelId="{56A204CF-675D-4BB9-9338-1B798BB8094D}" type="pres">
      <dgm:prSet presAssocID="{6AA9C50D-A80B-4510-AF88-AF8C33A448F5}" presName="parTx" presStyleLbl="revTx" presStyleIdx="1" presStyleCnt="3">
        <dgm:presLayoutVars>
          <dgm:chMax val="0"/>
          <dgm:chPref val="0"/>
        </dgm:presLayoutVars>
      </dgm:prSet>
      <dgm:spPr/>
    </dgm:pt>
    <dgm:pt modelId="{15675E68-AC3F-40DE-8B10-067A8CC8ABCE}" type="pres">
      <dgm:prSet presAssocID="{7AC0E0F0-6581-4FDC-AC4D-CDA63C69222A}" presName="sibTrans" presStyleCnt="0"/>
      <dgm:spPr/>
    </dgm:pt>
    <dgm:pt modelId="{E10D0F60-4F30-4AA9-A66C-5592E3171D12}" type="pres">
      <dgm:prSet presAssocID="{0BFB2B3D-D77C-4717-8ED7-47735F8AE156}" presName="compNode" presStyleCnt="0"/>
      <dgm:spPr/>
    </dgm:pt>
    <dgm:pt modelId="{BB064AC9-77F6-4C70-88C5-B6117182DA6F}" type="pres">
      <dgm:prSet presAssocID="{0BFB2B3D-D77C-4717-8ED7-47735F8AE156}" presName="bgRect" presStyleLbl="bgShp" presStyleIdx="2" presStyleCnt="3"/>
      <dgm:spPr/>
    </dgm:pt>
    <dgm:pt modelId="{C210A97B-EED4-4301-AA2B-21878906859F}" type="pres">
      <dgm:prSet presAssocID="{0BFB2B3D-D77C-4717-8ED7-47735F8AE15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08297104-7FB8-4A08-ADAB-058E5274DE72}" type="pres">
      <dgm:prSet presAssocID="{0BFB2B3D-D77C-4717-8ED7-47735F8AE156}" presName="spaceRect" presStyleCnt="0"/>
      <dgm:spPr/>
    </dgm:pt>
    <dgm:pt modelId="{885979EC-0774-498B-977E-B4179933AC19}" type="pres">
      <dgm:prSet presAssocID="{0BFB2B3D-D77C-4717-8ED7-47735F8AE15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684D526-0857-409A-A6BE-109969D400E0}" type="presOf" srcId="{6AA9C50D-A80B-4510-AF88-AF8C33A448F5}" destId="{56A204CF-675D-4BB9-9338-1B798BB8094D}" srcOrd="0" destOrd="0" presId="urn:microsoft.com/office/officeart/2018/2/layout/IconVerticalSolidList"/>
    <dgm:cxn modelId="{D7FAED6E-07B6-4A30-84A6-BF5CFEFD98FF}" type="presOf" srcId="{B552A3D6-D0BC-401B-832C-3F064521CC6C}" destId="{8B0A0972-3051-4E9F-94D0-84E6B327AF72}" srcOrd="0" destOrd="0" presId="urn:microsoft.com/office/officeart/2018/2/layout/IconVerticalSolidList"/>
    <dgm:cxn modelId="{4DBB5B92-1BCE-43D1-BB51-08E000B9DE58}" srcId="{4430C685-59CD-4E9A-91CB-F3098778EEBB}" destId="{B552A3D6-D0BC-401B-832C-3F064521CC6C}" srcOrd="0" destOrd="0" parTransId="{802E81AA-A6E0-46E0-848E-B4EAF67AFC18}" sibTransId="{3B61C6A1-2F66-4BFC-99B1-B307E542CD9E}"/>
    <dgm:cxn modelId="{62FAAF9B-D86F-4154-9D98-EE1803FC9396}" srcId="{4430C685-59CD-4E9A-91CB-F3098778EEBB}" destId="{6AA9C50D-A80B-4510-AF88-AF8C33A448F5}" srcOrd="1" destOrd="0" parTransId="{2E709092-7769-4D1B-BB42-7E228BE2D8B0}" sibTransId="{7AC0E0F0-6581-4FDC-AC4D-CDA63C69222A}"/>
    <dgm:cxn modelId="{0E771AAC-AE40-4ABF-884E-C091B8E776B0}" srcId="{4430C685-59CD-4E9A-91CB-F3098778EEBB}" destId="{0BFB2B3D-D77C-4717-8ED7-47735F8AE156}" srcOrd="2" destOrd="0" parTransId="{12B3179B-FCCC-477D-8CCA-697CD5FD6F11}" sibTransId="{078EEF68-11CC-4FC2-84D5-A5358D772DE5}"/>
    <dgm:cxn modelId="{3C7A26D0-A2E2-4455-BDB7-0C9A235B983D}" type="presOf" srcId="{0BFB2B3D-D77C-4717-8ED7-47735F8AE156}" destId="{885979EC-0774-498B-977E-B4179933AC19}" srcOrd="0" destOrd="0" presId="urn:microsoft.com/office/officeart/2018/2/layout/IconVerticalSolidList"/>
    <dgm:cxn modelId="{9DD918DE-EDD9-4821-9E94-934461B8CD23}" type="presOf" srcId="{4430C685-59CD-4E9A-91CB-F3098778EEBB}" destId="{48887E0F-0E4D-4E4A-A543-BCB9C53855CB}" srcOrd="0" destOrd="0" presId="urn:microsoft.com/office/officeart/2018/2/layout/IconVerticalSolidList"/>
    <dgm:cxn modelId="{869D4CFC-3F4E-4D56-9123-6BA1A70447C0}" type="presParOf" srcId="{48887E0F-0E4D-4E4A-A543-BCB9C53855CB}" destId="{7D2D8AA7-11F5-4E39-ABC3-B034FDC5A88F}" srcOrd="0" destOrd="0" presId="urn:microsoft.com/office/officeart/2018/2/layout/IconVerticalSolidList"/>
    <dgm:cxn modelId="{F019331C-A9BD-4F2B-A5B3-53D139C0E434}" type="presParOf" srcId="{7D2D8AA7-11F5-4E39-ABC3-B034FDC5A88F}" destId="{B114B017-1A4B-4C27-B7B5-F01D885E2F7F}" srcOrd="0" destOrd="0" presId="urn:microsoft.com/office/officeart/2018/2/layout/IconVerticalSolidList"/>
    <dgm:cxn modelId="{FE41A730-172B-4D6F-A7E5-1A9E357CACED}" type="presParOf" srcId="{7D2D8AA7-11F5-4E39-ABC3-B034FDC5A88F}" destId="{F9A04042-1E04-4348-A045-EA4A404557AC}" srcOrd="1" destOrd="0" presId="urn:microsoft.com/office/officeart/2018/2/layout/IconVerticalSolidList"/>
    <dgm:cxn modelId="{8C120F77-11E9-423E-AC0F-45E71CAF8517}" type="presParOf" srcId="{7D2D8AA7-11F5-4E39-ABC3-B034FDC5A88F}" destId="{3A4D288E-0E77-47D9-8068-1FD2F2FFCCEB}" srcOrd="2" destOrd="0" presId="urn:microsoft.com/office/officeart/2018/2/layout/IconVerticalSolidList"/>
    <dgm:cxn modelId="{8425D3DA-6A2A-4C36-B046-CF8BA84D65F2}" type="presParOf" srcId="{7D2D8AA7-11F5-4E39-ABC3-B034FDC5A88F}" destId="{8B0A0972-3051-4E9F-94D0-84E6B327AF72}" srcOrd="3" destOrd="0" presId="urn:microsoft.com/office/officeart/2018/2/layout/IconVerticalSolidList"/>
    <dgm:cxn modelId="{295A9E51-9E25-410F-9D43-F3095AB0BF76}" type="presParOf" srcId="{48887E0F-0E4D-4E4A-A543-BCB9C53855CB}" destId="{224CBD28-D5F7-4D43-B049-B6919D49F1A3}" srcOrd="1" destOrd="0" presId="urn:microsoft.com/office/officeart/2018/2/layout/IconVerticalSolidList"/>
    <dgm:cxn modelId="{046A2C2B-2600-40EE-BD2A-C1E2E70090AA}" type="presParOf" srcId="{48887E0F-0E4D-4E4A-A543-BCB9C53855CB}" destId="{C7936F95-010C-44FC-8008-373E534B52F9}" srcOrd="2" destOrd="0" presId="urn:microsoft.com/office/officeart/2018/2/layout/IconVerticalSolidList"/>
    <dgm:cxn modelId="{60D0BF61-38C8-4BE5-BA26-CBEDD9B33C95}" type="presParOf" srcId="{C7936F95-010C-44FC-8008-373E534B52F9}" destId="{18A83DF9-07CA-470E-8548-C09D022EE275}" srcOrd="0" destOrd="0" presId="urn:microsoft.com/office/officeart/2018/2/layout/IconVerticalSolidList"/>
    <dgm:cxn modelId="{E7465F13-2FD8-482B-B6C1-86EC6ABD970B}" type="presParOf" srcId="{C7936F95-010C-44FC-8008-373E534B52F9}" destId="{8EF7F89E-310C-42C4-B824-37BF1A2D036C}" srcOrd="1" destOrd="0" presId="urn:microsoft.com/office/officeart/2018/2/layout/IconVerticalSolidList"/>
    <dgm:cxn modelId="{A1F14057-2BFA-42EB-8936-2E26DE55FE57}" type="presParOf" srcId="{C7936F95-010C-44FC-8008-373E534B52F9}" destId="{362AA7EE-E221-4FFA-B86A-DBB2401077A3}" srcOrd="2" destOrd="0" presId="urn:microsoft.com/office/officeart/2018/2/layout/IconVerticalSolidList"/>
    <dgm:cxn modelId="{E4AD4C5C-4F8D-45BD-BFF0-ACA802040664}" type="presParOf" srcId="{C7936F95-010C-44FC-8008-373E534B52F9}" destId="{56A204CF-675D-4BB9-9338-1B798BB8094D}" srcOrd="3" destOrd="0" presId="urn:microsoft.com/office/officeart/2018/2/layout/IconVerticalSolidList"/>
    <dgm:cxn modelId="{292E35B7-D8A6-4DFE-BBF5-8B3AC873093D}" type="presParOf" srcId="{48887E0F-0E4D-4E4A-A543-BCB9C53855CB}" destId="{15675E68-AC3F-40DE-8B10-067A8CC8ABCE}" srcOrd="3" destOrd="0" presId="urn:microsoft.com/office/officeart/2018/2/layout/IconVerticalSolidList"/>
    <dgm:cxn modelId="{F9CB6160-00BF-4595-AD32-3E3F8D5B11DD}" type="presParOf" srcId="{48887E0F-0E4D-4E4A-A543-BCB9C53855CB}" destId="{E10D0F60-4F30-4AA9-A66C-5592E3171D12}" srcOrd="4" destOrd="0" presId="urn:microsoft.com/office/officeart/2018/2/layout/IconVerticalSolidList"/>
    <dgm:cxn modelId="{4AF9068F-7A35-46AF-8EA7-2F5B5449F548}" type="presParOf" srcId="{E10D0F60-4F30-4AA9-A66C-5592E3171D12}" destId="{BB064AC9-77F6-4C70-88C5-B6117182DA6F}" srcOrd="0" destOrd="0" presId="urn:microsoft.com/office/officeart/2018/2/layout/IconVerticalSolidList"/>
    <dgm:cxn modelId="{6E9F873D-8DD5-4652-9308-6E59ED903826}" type="presParOf" srcId="{E10D0F60-4F30-4AA9-A66C-5592E3171D12}" destId="{C210A97B-EED4-4301-AA2B-21878906859F}" srcOrd="1" destOrd="0" presId="urn:microsoft.com/office/officeart/2018/2/layout/IconVerticalSolidList"/>
    <dgm:cxn modelId="{42BB7E26-68D5-46E5-9B53-16703B43FFD2}" type="presParOf" srcId="{E10D0F60-4F30-4AA9-A66C-5592E3171D12}" destId="{08297104-7FB8-4A08-ADAB-058E5274DE72}" srcOrd="2" destOrd="0" presId="urn:microsoft.com/office/officeart/2018/2/layout/IconVerticalSolidList"/>
    <dgm:cxn modelId="{0A43CE6A-F74A-4B76-B439-91E8382AA537}" type="presParOf" srcId="{E10D0F60-4F30-4AA9-A66C-5592E3171D12}" destId="{885979EC-0774-498B-977E-B4179933AC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2F54A8D-C6C9-4492-9EA3-74EF85F06F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E277555-F20A-4380-9215-C53621B75D7A}">
      <dgm:prSet/>
      <dgm:spPr/>
      <dgm:t>
        <a:bodyPr/>
        <a:lstStyle/>
        <a:p>
          <a:r>
            <a:rPr lang="en-US"/>
            <a:t>Requisitos → Diseño → Implementación → Verificación → Mantenimiento.</a:t>
          </a:r>
        </a:p>
      </dgm:t>
    </dgm:pt>
    <dgm:pt modelId="{7D1E7486-4302-40E5-9A5F-1989F33D075D}" type="parTrans" cxnId="{7C680ABB-0DE7-431C-80AB-46D8205958B0}">
      <dgm:prSet/>
      <dgm:spPr/>
      <dgm:t>
        <a:bodyPr/>
        <a:lstStyle/>
        <a:p>
          <a:endParaRPr lang="en-US"/>
        </a:p>
      </dgm:t>
    </dgm:pt>
    <dgm:pt modelId="{50D34988-74D6-4448-BB7A-849B89F10FF4}" type="sibTrans" cxnId="{7C680ABB-0DE7-431C-80AB-46D8205958B0}">
      <dgm:prSet/>
      <dgm:spPr/>
      <dgm:t>
        <a:bodyPr/>
        <a:lstStyle/>
        <a:p>
          <a:endParaRPr lang="en-US"/>
        </a:p>
      </dgm:t>
    </dgm:pt>
    <dgm:pt modelId="{351F422E-C5D1-4B43-AC4E-EBD1E6EE678D}">
      <dgm:prSet/>
      <dgm:spPr/>
      <dgm:t>
        <a:bodyPr/>
        <a:lstStyle/>
        <a:p>
          <a:r>
            <a:rPr lang="en-US"/>
            <a:t>Enfoque estructurado con una dirección clara.</a:t>
          </a:r>
        </a:p>
      </dgm:t>
    </dgm:pt>
    <dgm:pt modelId="{76C17825-4892-4259-8448-7E3908CC010C}" type="parTrans" cxnId="{432EE38B-1F54-48FD-AEBF-F0A773099A2E}">
      <dgm:prSet/>
      <dgm:spPr/>
      <dgm:t>
        <a:bodyPr/>
        <a:lstStyle/>
        <a:p>
          <a:endParaRPr lang="en-US"/>
        </a:p>
      </dgm:t>
    </dgm:pt>
    <dgm:pt modelId="{79255740-021A-48AC-9989-241DD640CF39}" type="sibTrans" cxnId="{432EE38B-1F54-48FD-AEBF-F0A773099A2E}">
      <dgm:prSet/>
      <dgm:spPr/>
      <dgm:t>
        <a:bodyPr/>
        <a:lstStyle/>
        <a:p>
          <a:endParaRPr lang="en-US"/>
        </a:p>
      </dgm:t>
    </dgm:pt>
    <dgm:pt modelId="{AE8C5523-C2E7-404E-A3A7-6A7877D94E9E}" type="pres">
      <dgm:prSet presAssocID="{E2F54A8D-C6C9-4492-9EA3-74EF85F06FD6}" presName="root" presStyleCnt="0">
        <dgm:presLayoutVars>
          <dgm:dir/>
          <dgm:resizeHandles val="exact"/>
        </dgm:presLayoutVars>
      </dgm:prSet>
      <dgm:spPr/>
    </dgm:pt>
    <dgm:pt modelId="{5DAD1321-3813-4187-B9A2-3FB9B12AF39C}" type="pres">
      <dgm:prSet presAssocID="{8E277555-F20A-4380-9215-C53621B75D7A}" presName="compNode" presStyleCnt="0"/>
      <dgm:spPr/>
    </dgm:pt>
    <dgm:pt modelId="{2DECDC12-2DE8-445B-9960-FFFF2074E75D}" type="pres">
      <dgm:prSet presAssocID="{8E277555-F20A-4380-9215-C53621B75D7A}" presName="bgRect" presStyleLbl="bgShp" presStyleIdx="0" presStyleCnt="2"/>
      <dgm:spPr/>
    </dgm:pt>
    <dgm:pt modelId="{1785684A-7E98-4491-B737-E0BF18582DD7}" type="pres">
      <dgm:prSet presAssocID="{8E277555-F20A-4380-9215-C53621B75D7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B9943B81-5589-4B6B-BC2D-7F63BC58E3CC}" type="pres">
      <dgm:prSet presAssocID="{8E277555-F20A-4380-9215-C53621B75D7A}" presName="spaceRect" presStyleCnt="0"/>
      <dgm:spPr/>
    </dgm:pt>
    <dgm:pt modelId="{B96FF0B9-6CCA-4851-AA62-89274F8F5739}" type="pres">
      <dgm:prSet presAssocID="{8E277555-F20A-4380-9215-C53621B75D7A}" presName="parTx" presStyleLbl="revTx" presStyleIdx="0" presStyleCnt="2">
        <dgm:presLayoutVars>
          <dgm:chMax val="0"/>
          <dgm:chPref val="0"/>
        </dgm:presLayoutVars>
      </dgm:prSet>
      <dgm:spPr/>
    </dgm:pt>
    <dgm:pt modelId="{889B1803-EE66-45BB-A0CE-D7B15FD11061}" type="pres">
      <dgm:prSet presAssocID="{50D34988-74D6-4448-BB7A-849B89F10FF4}" presName="sibTrans" presStyleCnt="0"/>
      <dgm:spPr/>
    </dgm:pt>
    <dgm:pt modelId="{40280357-B369-4569-93FB-F03D5C48B2FB}" type="pres">
      <dgm:prSet presAssocID="{351F422E-C5D1-4B43-AC4E-EBD1E6EE678D}" presName="compNode" presStyleCnt="0"/>
      <dgm:spPr/>
    </dgm:pt>
    <dgm:pt modelId="{3E728C98-51B4-4244-8500-4A87068A1930}" type="pres">
      <dgm:prSet presAssocID="{351F422E-C5D1-4B43-AC4E-EBD1E6EE678D}" presName="bgRect" presStyleLbl="bgShp" presStyleIdx="1" presStyleCnt="2"/>
      <dgm:spPr/>
    </dgm:pt>
    <dgm:pt modelId="{A66DFF51-3E8F-4650-8301-B105982D1F36}" type="pres">
      <dgm:prSet presAssocID="{351F422E-C5D1-4B43-AC4E-EBD1E6EE678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42270A66-16FB-4EFA-938B-1E855E3DC942}" type="pres">
      <dgm:prSet presAssocID="{351F422E-C5D1-4B43-AC4E-EBD1E6EE678D}" presName="spaceRect" presStyleCnt="0"/>
      <dgm:spPr/>
    </dgm:pt>
    <dgm:pt modelId="{B12252DD-0C25-4864-85B8-7B6EA381ED76}" type="pres">
      <dgm:prSet presAssocID="{351F422E-C5D1-4B43-AC4E-EBD1E6EE678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3929D5B-D414-4589-B0BF-51F19BBCB731}" type="presOf" srcId="{351F422E-C5D1-4B43-AC4E-EBD1E6EE678D}" destId="{B12252DD-0C25-4864-85B8-7B6EA381ED76}" srcOrd="0" destOrd="0" presId="urn:microsoft.com/office/officeart/2018/2/layout/IconVerticalSolidList"/>
    <dgm:cxn modelId="{AAFDD041-2D21-4E54-8B14-AA54F7FC2960}" type="presOf" srcId="{8E277555-F20A-4380-9215-C53621B75D7A}" destId="{B96FF0B9-6CCA-4851-AA62-89274F8F5739}" srcOrd="0" destOrd="0" presId="urn:microsoft.com/office/officeart/2018/2/layout/IconVerticalSolidList"/>
    <dgm:cxn modelId="{E2B8896D-7EB2-4911-A9C7-842E0EA23DDE}" type="presOf" srcId="{E2F54A8D-C6C9-4492-9EA3-74EF85F06FD6}" destId="{AE8C5523-C2E7-404E-A3A7-6A7877D94E9E}" srcOrd="0" destOrd="0" presId="urn:microsoft.com/office/officeart/2018/2/layout/IconVerticalSolidList"/>
    <dgm:cxn modelId="{432EE38B-1F54-48FD-AEBF-F0A773099A2E}" srcId="{E2F54A8D-C6C9-4492-9EA3-74EF85F06FD6}" destId="{351F422E-C5D1-4B43-AC4E-EBD1E6EE678D}" srcOrd="1" destOrd="0" parTransId="{76C17825-4892-4259-8448-7E3908CC010C}" sibTransId="{79255740-021A-48AC-9989-241DD640CF39}"/>
    <dgm:cxn modelId="{7C680ABB-0DE7-431C-80AB-46D8205958B0}" srcId="{E2F54A8D-C6C9-4492-9EA3-74EF85F06FD6}" destId="{8E277555-F20A-4380-9215-C53621B75D7A}" srcOrd="0" destOrd="0" parTransId="{7D1E7486-4302-40E5-9A5F-1989F33D075D}" sibTransId="{50D34988-74D6-4448-BB7A-849B89F10FF4}"/>
    <dgm:cxn modelId="{4BCD4560-FEBF-49AE-9FAF-C26E2133C8CD}" type="presParOf" srcId="{AE8C5523-C2E7-404E-A3A7-6A7877D94E9E}" destId="{5DAD1321-3813-4187-B9A2-3FB9B12AF39C}" srcOrd="0" destOrd="0" presId="urn:microsoft.com/office/officeart/2018/2/layout/IconVerticalSolidList"/>
    <dgm:cxn modelId="{ADA8EB27-8ED8-4407-846C-6073C7F729BE}" type="presParOf" srcId="{5DAD1321-3813-4187-B9A2-3FB9B12AF39C}" destId="{2DECDC12-2DE8-445B-9960-FFFF2074E75D}" srcOrd="0" destOrd="0" presId="urn:microsoft.com/office/officeart/2018/2/layout/IconVerticalSolidList"/>
    <dgm:cxn modelId="{B317936F-61C8-40BE-B393-5547209B5C91}" type="presParOf" srcId="{5DAD1321-3813-4187-B9A2-3FB9B12AF39C}" destId="{1785684A-7E98-4491-B737-E0BF18582DD7}" srcOrd="1" destOrd="0" presId="urn:microsoft.com/office/officeart/2018/2/layout/IconVerticalSolidList"/>
    <dgm:cxn modelId="{979DFB93-96FF-41A3-9512-E69812FAFCD7}" type="presParOf" srcId="{5DAD1321-3813-4187-B9A2-3FB9B12AF39C}" destId="{B9943B81-5589-4B6B-BC2D-7F63BC58E3CC}" srcOrd="2" destOrd="0" presId="urn:microsoft.com/office/officeart/2018/2/layout/IconVerticalSolidList"/>
    <dgm:cxn modelId="{F9E382F0-64D6-46DF-BC47-DB4E093A84CA}" type="presParOf" srcId="{5DAD1321-3813-4187-B9A2-3FB9B12AF39C}" destId="{B96FF0B9-6CCA-4851-AA62-89274F8F5739}" srcOrd="3" destOrd="0" presId="urn:microsoft.com/office/officeart/2018/2/layout/IconVerticalSolidList"/>
    <dgm:cxn modelId="{B35F099A-5988-406E-BA23-48678E2D3E26}" type="presParOf" srcId="{AE8C5523-C2E7-404E-A3A7-6A7877D94E9E}" destId="{889B1803-EE66-45BB-A0CE-D7B15FD11061}" srcOrd="1" destOrd="0" presId="urn:microsoft.com/office/officeart/2018/2/layout/IconVerticalSolidList"/>
    <dgm:cxn modelId="{AF8C4AAE-468F-49B2-9BC9-D4049103F19C}" type="presParOf" srcId="{AE8C5523-C2E7-404E-A3A7-6A7877D94E9E}" destId="{40280357-B369-4569-93FB-F03D5C48B2FB}" srcOrd="2" destOrd="0" presId="urn:microsoft.com/office/officeart/2018/2/layout/IconVerticalSolidList"/>
    <dgm:cxn modelId="{691E90C2-A599-465B-9BD7-E1C5622F5B1D}" type="presParOf" srcId="{40280357-B369-4569-93FB-F03D5C48B2FB}" destId="{3E728C98-51B4-4244-8500-4A87068A1930}" srcOrd="0" destOrd="0" presId="urn:microsoft.com/office/officeart/2018/2/layout/IconVerticalSolidList"/>
    <dgm:cxn modelId="{8BAD64A5-4BC3-4AC7-9913-9AAA24208977}" type="presParOf" srcId="{40280357-B369-4569-93FB-F03D5C48B2FB}" destId="{A66DFF51-3E8F-4650-8301-B105982D1F36}" srcOrd="1" destOrd="0" presId="urn:microsoft.com/office/officeart/2018/2/layout/IconVerticalSolidList"/>
    <dgm:cxn modelId="{61C4AA23-93DF-4805-836C-C9F00157A696}" type="presParOf" srcId="{40280357-B369-4569-93FB-F03D5C48B2FB}" destId="{42270A66-16FB-4EFA-938B-1E855E3DC942}" srcOrd="2" destOrd="0" presId="urn:microsoft.com/office/officeart/2018/2/layout/IconVerticalSolidList"/>
    <dgm:cxn modelId="{89F7518C-CBCE-4966-8F0F-9EAE2493AAF5}" type="presParOf" srcId="{40280357-B369-4569-93FB-F03D5C48B2FB}" destId="{B12252DD-0C25-4864-85B8-7B6EA381ED7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8F84358-F411-4F5E-846C-09FA65B34F60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94626D-2036-4A28-AE0C-AD56D27C07A5}">
      <dgm:prSet/>
      <dgm:spPr/>
      <dgm:t>
        <a:bodyPr/>
        <a:lstStyle/>
        <a:p>
          <a:r>
            <a:rPr lang="en-US"/>
            <a:t>✅ Claridad en las fases, fácil gestión, documentación completa.</a:t>
          </a:r>
        </a:p>
      </dgm:t>
    </dgm:pt>
    <dgm:pt modelId="{C1AE7F61-31F2-4151-A082-5251EE0A13D2}" type="parTrans" cxnId="{4CD9A7DD-DE2F-46B9-A60C-7B6F5E6C0FC5}">
      <dgm:prSet/>
      <dgm:spPr/>
      <dgm:t>
        <a:bodyPr/>
        <a:lstStyle/>
        <a:p>
          <a:endParaRPr lang="en-US"/>
        </a:p>
      </dgm:t>
    </dgm:pt>
    <dgm:pt modelId="{82633A91-BBB7-4A8C-B21E-3BC81D0D4990}" type="sibTrans" cxnId="{4CD9A7DD-DE2F-46B9-A60C-7B6F5E6C0FC5}">
      <dgm:prSet/>
      <dgm:spPr/>
      <dgm:t>
        <a:bodyPr/>
        <a:lstStyle/>
        <a:p>
          <a:endParaRPr lang="en-US"/>
        </a:p>
      </dgm:t>
    </dgm:pt>
    <dgm:pt modelId="{02A57168-D0E0-48E1-AD5D-C358994A0EB6}">
      <dgm:prSet/>
      <dgm:spPr/>
      <dgm:t>
        <a:bodyPr/>
        <a:lstStyle/>
        <a:p>
          <a:r>
            <a:rPr lang="en-US"/>
            <a:t>❌ Inflexible ante cambios, costoso para modificar requisitos, poco adaptable.</a:t>
          </a:r>
        </a:p>
      </dgm:t>
    </dgm:pt>
    <dgm:pt modelId="{FF86302D-9266-4D50-89CB-DC4FCB56F41E}" type="parTrans" cxnId="{9C0D7DBF-9C08-4490-9465-C6F1D0655628}">
      <dgm:prSet/>
      <dgm:spPr/>
      <dgm:t>
        <a:bodyPr/>
        <a:lstStyle/>
        <a:p>
          <a:endParaRPr lang="en-US"/>
        </a:p>
      </dgm:t>
    </dgm:pt>
    <dgm:pt modelId="{B04CD299-11F2-41E3-9AE9-99DB78C71959}" type="sibTrans" cxnId="{9C0D7DBF-9C08-4490-9465-C6F1D0655628}">
      <dgm:prSet/>
      <dgm:spPr/>
      <dgm:t>
        <a:bodyPr/>
        <a:lstStyle/>
        <a:p>
          <a:endParaRPr lang="en-US"/>
        </a:p>
      </dgm:t>
    </dgm:pt>
    <dgm:pt modelId="{CC4FE409-0E0B-4109-9CC1-22666B2790F8}" type="pres">
      <dgm:prSet presAssocID="{48F84358-F411-4F5E-846C-09FA65B34F60}" presName="Name0" presStyleCnt="0">
        <dgm:presLayoutVars>
          <dgm:dir/>
          <dgm:animLvl val="lvl"/>
          <dgm:resizeHandles val="exact"/>
        </dgm:presLayoutVars>
      </dgm:prSet>
      <dgm:spPr/>
    </dgm:pt>
    <dgm:pt modelId="{C3F668B6-96CE-45F9-930C-0E4FFEDD7B5A}" type="pres">
      <dgm:prSet presAssocID="{02A57168-D0E0-48E1-AD5D-C358994A0EB6}" presName="boxAndChildren" presStyleCnt="0"/>
      <dgm:spPr/>
    </dgm:pt>
    <dgm:pt modelId="{89178CA1-B10C-4DB9-92E0-5C343751F331}" type="pres">
      <dgm:prSet presAssocID="{02A57168-D0E0-48E1-AD5D-C358994A0EB6}" presName="parentTextBox" presStyleLbl="node1" presStyleIdx="0" presStyleCnt="2"/>
      <dgm:spPr/>
    </dgm:pt>
    <dgm:pt modelId="{6E7D4569-E592-43CF-9179-991EA93BE8C4}" type="pres">
      <dgm:prSet presAssocID="{82633A91-BBB7-4A8C-B21E-3BC81D0D4990}" presName="sp" presStyleCnt="0"/>
      <dgm:spPr/>
    </dgm:pt>
    <dgm:pt modelId="{B2B04405-E83C-49E6-954E-7BCBD70337E0}" type="pres">
      <dgm:prSet presAssocID="{0B94626D-2036-4A28-AE0C-AD56D27C07A5}" presName="arrowAndChildren" presStyleCnt="0"/>
      <dgm:spPr/>
    </dgm:pt>
    <dgm:pt modelId="{D0A70D9D-F730-4AB2-8F73-B73C822AB294}" type="pres">
      <dgm:prSet presAssocID="{0B94626D-2036-4A28-AE0C-AD56D27C07A5}" presName="parentTextArrow" presStyleLbl="node1" presStyleIdx="1" presStyleCnt="2"/>
      <dgm:spPr/>
    </dgm:pt>
  </dgm:ptLst>
  <dgm:cxnLst>
    <dgm:cxn modelId="{9F306314-55E8-40D3-B9F6-F84502289908}" type="presOf" srcId="{0B94626D-2036-4A28-AE0C-AD56D27C07A5}" destId="{D0A70D9D-F730-4AB2-8F73-B73C822AB294}" srcOrd="0" destOrd="0" presId="urn:microsoft.com/office/officeart/2005/8/layout/process4"/>
    <dgm:cxn modelId="{9C0D7DBF-9C08-4490-9465-C6F1D0655628}" srcId="{48F84358-F411-4F5E-846C-09FA65B34F60}" destId="{02A57168-D0E0-48E1-AD5D-C358994A0EB6}" srcOrd="1" destOrd="0" parTransId="{FF86302D-9266-4D50-89CB-DC4FCB56F41E}" sibTransId="{B04CD299-11F2-41E3-9AE9-99DB78C71959}"/>
    <dgm:cxn modelId="{6B8C8FBF-F53B-44AE-90E2-3C92840789A3}" type="presOf" srcId="{48F84358-F411-4F5E-846C-09FA65B34F60}" destId="{CC4FE409-0E0B-4109-9CC1-22666B2790F8}" srcOrd="0" destOrd="0" presId="urn:microsoft.com/office/officeart/2005/8/layout/process4"/>
    <dgm:cxn modelId="{4CD9A7DD-DE2F-46B9-A60C-7B6F5E6C0FC5}" srcId="{48F84358-F411-4F5E-846C-09FA65B34F60}" destId="{0B94626D-2036-4A28-AE0C-AD56D27C07A5}" srcOrd="0" destOrd="0" parTransId="{C1AE7F61-31F2-4151-A082-5251EE0A13D2}" sibTransId="{82633A91-BBB7-4A8C-B21E-3BC81D0D4990}"/>
    <dgm:cxn modelId="{7655F1EF-DA21-47E8-899F-E0AFAFF985A0}" type="presOf" srcId="{02A57168-D0E0-48E1-AD5D-C358994A0EB6}" destId="{89178CA1-B10C-4DB9-92E0-5C343751F331}" srcOrd="0" destOrd="0" presId="urn:microsoft.com/office/officeart/2005/8/layout/process4"/>
    <dgm:cxn modelId="{1046D7F0-E9F1-4E64-AEEA-6B5073838C01}" type="presParOf" srcId="{CC4FE409-0E0B-4109-9CC1-22666B2790F8}" destId="{C3F668B6-96CE-45F9-930C-0E4FFEDD7B5A}" srcOrd="0" destOrd="0" presId="urn:microsoft.com/office/officeart/2005/8/layout/process4"/>
    <dgm:cxn modelId="{86886B7A-B11A-445F-BB5D-54B33D3E6A91}" type="presParOf" srcId="{C3F668B6-96CE-45F9-930C-0E4FFEDD7B5A}" destId="{89178CA1-B10C-4DB9-92E0-5C343751F331}" srcOrd="0" destOrd="0" presId="urn:microsoft.com/office/officeart/2005/8/layout/process4"/>
    <dgm:cxn modelId="{8D541D6C-E4F4-4228-93C6-D00A66B03AA0}" type="presParOf" srcId="{CC4FE409-0E0B-4109-9CC1-22666B2790F8}" destId="{6E7D4569-E592-43CF-9179-991EA93BE8C4}" srcOrd="1" destOrd="0" presId="urn:microsoft.com/office/officeart/2005/8/layout/process4"/>
    <dgm:cxn modelId="{0C11CE20-060E-4417-AEEF-9AC57BC8D3C1}" type="presParOf" srcId="{CC4FE409-0E0B-4109-9CC1-22666B2790F8}" destId="{B2B04405-E83C-49E6-954E-7BCBD70337E0}" srcOrd="2" destOrd="0" presId="urn:microsoft.com/office/officeart/2005/8/layout/process4"/>
    <dgm:cxn modelId="{FFC54ED8-B252-43FC-B6FE-2F222BD83777}" type="presParOf" srcId="{B2B04405-E83C-49E6-954E-7BCBD70337E0}" destId="{D0A70D9D-F730-4AB2-8F73-B73C822AB29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36A1A7C-01A0-4860-A9D9-783966DEC3A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1D151AC-44DE-4732-B711-DB91A9DFDC60}">
      <dgm:prSet/>
      <dgm:spPr/>
      <dgm:t>
        <a:bodyPr/>
        <a:lstStyle/>
        <a:p>
          <a:r>
            <a:rPr lang="en-US"/>
            <a:t>Modelo iterativo e incremental.</a:t>
          </a:r>
        </a:p>
      </dgm:t>
    </dgm:pt>
    <dgm:pt modelId="{9A58E155-F19D-435C-9FF2-D297708F46A5}" type="parTrans" cxnId="{165647E3-AA97-4B23-9A4E-0433167DFB5D}">
      <dgm:prSet/>
      <dgm:spPr/>
      <dgm:t>
        <a:bodyPr/>
        <a:lstStyle/>
        <a:p>
          <a:endParaRPr lang="en-US"/>
        </a:p>
      </dgm:t>
    </dgm:pt>
    <dgm:pt modelId="{2F412AEC-7906-41F6-AF95-19AA5FE7F162}" type="sibTrans" cxnId="{165647E3-AA97-4B23-9A4E-0433167DFB5D}">
      <dgm:prSet/>
      <dgm:spPr/>
      <dgm:t>
        <a:bodyPr/>
        <a:lstStyle/>
        <a:p>
          <a:endParaRPr lang="en-US"/>
        </a:p>
      </dgm:t>
    </dgm:pt>
    <dgm:pt modelId="{5C6F67D1-6B12-43C9-B359-1C1E0C335F9E}">
      <dgm:prSet/>
      <dgm:spPr/>
      <dgm:t>
        <a:bodyPr/>
        <a:lstStyle/>
        <a:p>
          <a:r>
            <a:rPr lang="en-US"/>
            <a:t>Equipos autoorganizados y enfoque colaborativo.</a:t>
          </a:r>
        </a:p>
      </dgm:t>
    </dgm:pt>
    <dgm:pt modelId="{C4E936D6-600B-4690-8D63-558F7C17C8C5}" type="parTrans" cxnId="{F6103712-0F69-4400-A247-EDB09C98CFA4}">
      <dgm:prSet/>
      <dgm:spPr/>
      <dgm:t>
        <a:bodyPr/>
        <a:lstStyle/>
        <a:p>
          <a:endParaRPr lang="en-US"/>
        </a:p>
      </dgm:t>
    </dgm:pt>
    <dgm:pt modelId="{DA68308B-F732-437C-B9E8-A0934D033CED}" type="sibTrans" cxnId="{F6103712-0F69-4400-A247-EDB09C98CFA4}">
      <dgm:prSet/>
      <dgm:spPr/>
      <dgm:t>
        <a:bodyPr/>
        <a:lstStyle/>
        <a:p>
          <a:endParaRPr lang="en-US"/>
        </a:p>
      </dgm:t>
    </dgm:pt>
    <dgm:pt modelId="{2A7BE5E7-C6E2-4CA1-90D1-951CFC973DFC}">
      <dgm:prSet/>
      <dgm:spPr/>
      <dgm:t>
        <a:bodyPr/>
        <a:lstStyle/>
        <a:p>
          <a:r>
            <a:rPr lang="en-US"/>
            <a:t>Entregas frecuentes denominadas sprints.</a:t>
          </a:r>
        </a:p>
      </dgm:t>
    </dgm:pt>
    <dgm:pt modelId="{75498A6A-BA9A-4FB6-B8C6-C7B8B61C59DB}" type="parTrans" cxnId="{B5D66324-359A-4E0F-B1BA-CBD5A5CCB5B2}">
      <dgm:prSet/>
      <dgm:spPr/>
      <dgm:t>
        <a:bodyPr/>
        <a:lstStyle/>
        <a:p>
          <a:endParaRPr lang="en-US"/>
        </a:p>
      </dgm:t>
    </dgm:pt>
    <dgm:pt modelId="{8614A800-E9A7-4977-ACA3-42ED53A24D0E}" type="sibTrans" cxnId="{B5D66324-359A-4E0F-B1BA-CBD5A5CCB5B2}">
      <dgm:prSet/>
      <dgm:spPr/>
      <dgm:t>
        <a:bodyPr/>
        <a:lstStyle/>
        <a:p>
          <a:endParaRPr lang="en-US"/>
        </a:p>
      </dgm:t>
    </dgm:pt>
    <dgm:pt modelId="{31E4F1CA-FEDF-45EC-ACD8-A9663D250046}" type="pres">
      <dgm:prSet presAssocID="{536A1A7C-01A0-4860-A9D9-783966DEC3A9}" presName="linear" presStyleCnt="0">
        <dgm:presLayoutVars>
          <dgm:animLvl val="lvl"/>
          <dgm:resizeHandles val="exact"/>
        </dgm:presLayoutVars>
      </dgm:prSet>
      <dgm:spPr/>
    </dgm:pt>
    <dgm:pt modelId="{5A07993D-981E-4376-9718-30E302DA0C32}" type="pres">
      <dgm:prSet presAssocID="{F1D151AC-44DE-4732-B711-DB91A9DFDC6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0AC86DD-87AA-41A6-AA0A-67F67EF4B0DB}" type="pres">
      <dgm:prSet presAssocID="{2F412AEC-7906-41F6-AF95-19AA5FE7F162}" presName="spacer" presStyleCnt="0"/>
      <dgm:spPr/>
    </dgm:pt>
    <dgm:pt modelId="{FD4B5CCB-D509-427D-97DB-1BB77C309F20}" type="pres">
      <dgm:prSet presAssocID="{5C6F67D1-6B12-43C9-B359-1C1E0C335F9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298CDB0-B8EE-4D26-9133-4BD105AF7BA4}" type="pres">
      <dgm:prSet presAssocID="{DA68308B-F732-437C-B9E8-A0934D033CED}" presName="spacer" presStyleCnt="0"/>
      <dgm:spPr/>
    </dgm:pt>
    <dgm:pt modelId="{04D7DBD4-CEEA-4D9F-8F8E-2D6326C45CF0}" type="pres">
      <dgm:prSet presAssocID="{2A7BE5E7-C6E2-4CA1-90D1-951CFC973DF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6103712-0F69-4400-A247-EDB09C98CFA4}" srcId="{536A1A7C-01A0-4860-A9D9-783966DEC3A9}" destId="{5C6F67D1-6B12-43C9-B359-1C1E0C335F9E}" srcOrd="1" destOrd="0" parTransId="{C4E936D6-600B-4690-8D63-558F7C17C8C5}" sibTransId="{DA68308B-F732-437C-B9E8-A0934D033CED}"/>
    <dgm:cxn modelId="{B5D66324-359A-4E0F-B1BA-CBD5A5CCB5B2}" srcId="{536A1A7C-01A0-4860-A9D9-783966DEC3A9}" destId="{2A7BE5E7-C6E2-4CA1-90D1-951CFC973DFC}" srcOrd="2" destOrd="0" parTransId="{75498A6A-BA9A-4FB6-B8C6-C7B8B61C59DB}" sibTransId="{8614A800-E9A7-4977-ACA3-42ED53A24D0E}"/>
    <dgm:cxn modelId="{0494AA4A-C00D-4F4B-AA5E-48137264721E}" type="presOf" srcId="{2A7BE5E7-C6E2-4CA1-90D1-951CFC973DFC}" destId="{04D7DBD4-CEEA-4D9F-8F8E-2D6326C45CF0}" srcOrd="0" destOrd="0" presId="urn:microsoft.com/office/officeart/2005/8/layout/vList2"/>
    <dgm:cxn modelId="{04D7A39A-97B8-4E91-9320-F0E26FA69E87}" type="presOf" srcId="{536A1A7C-01A0-4860-A9D9-783966DEC3A9}" destId="{31E4F1CA-FEDF-45EC-ACD8-A9663D250046}" srcOrd="0" destOrd="0" presId="urn:microsoft.com/office/officeart/2005/8/layout/vList2"/>
    <dgm:cxn modelId="{ACD688D4-090B-4A10-B599-2E56A22CC9C0}" type="presOf" srcId="{5C6F67D1-6B12-43C9-B359-1C1E0C335F9E}" destId="{FD4B5CCB-D509-427D-97DB-1BB77C309F20}" srcOrd="0" destOrd="0" presId="urn:microsoft.com/office/officeart/2005/8/layout/vList2"/>
    <dgm:cxn modelId="{CA2BB7D5-26E5-4228-89C7-4FFE3126139C}" type="presOf" srcId="{F1D151AC-44DE-4732-B711-DB91A9DFDC60}" destId="{5A07993D-981E-4376-9718-30E302DA0C32}" srcOrd="0" destOrd="0" presId="urn:microsoft.com/office/officeart/2005/8/layout/vList2"/>
    <dgm:cxn modelId="{165647E3-AA97-4B23-9A4E-0433167DFB5D}" srcId="{536A1A7C-01A0-4860-A9D9-783966DEC3A9}" destId="{F1D151AC-44DE-4732-B711-DB91A9DFDC60}" srcOrd="0" destOrd="0" parTransId="{9A58E155-F19D-435C-9FF2-D297708F46A5}" sibTransId="{2F412AEC-7906-41F6-AF95-19AA5FE7F162}"/>
    <dgm:cxn modelId="{ED4ACAD4-31B3-44CA-BDFE-06F9F10E757C}" type="presParOf" srcId="{31E4F1CA-FEDF-45EC-ACD8-A9663D250046}" destId="{5A07993D-981E-4376-9718-30E302DA0C32}" srcOrd="0" destOrd="0" presId="urn:microsoft.com/office/officeart/2005/8/layout/vList2"/>
    <dgm:cxn modelId="{B50A8EF1-268A-4201-8C11-E4C277757326}" type="presParOf" srcId="{31E4F1CA-FEDF-45EC-ACD8-A9663D250046}" destId="{00AC86DD-87AA-41A6-AA0A-67F67EF4B0DB}" srcOrd="1" destOrd="0" presId="urn:microsoft.com/office/officeart/2005/8/layout/vList2"/>
    <dgm:cxn modelId="{0AF686B8-4D10-4669-BDC8-D4AAA94FB723}" type="presParOf" srcId="{31E4F1CA-FEDF-45EC-ACD8-A9663D250046}" destId="{FD4B5CCB-D509-427D-97DB-1BB77C309F20}" srcOrd="2" destOrd="0" presId="urn:microsoft.com/office/officeart/2005/8/layout/vList2"/>
    <dgm:cxn modelId="{C8946784-B274-42A3-838B-B9E6C35EF9F1}" type="presParOf" srcId="{31E4F1CA-FEDF-45EC-ACD8-A9663D250046}" destId="{A298CDB0-B8EE-4D26-9133-4BD105AF7BA4}" srcOrd="3" destOrd="0" presId="urn:microsoft.com/office/officeart/2005/8/layout/vList2"/>
    <dgm:cxn modelId="{20865B10-617F-4B92-95C7-0FD07BF4B76A}" type="presParOf" srcId="{31E4F1CA-FEDF-45EC-ACD8-A9663D250046}" destId="{04D7DBD4-CEEA-4D9F-8F8E-2D6326C45CF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5B1A6AB-BD8A-4644-9184-A7BB0E2EE8B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50F7391-E6B4-4C6A-BB04-870CA060DEC5}">
      <dgm:prSet/>
      <dgm:spPr/>
      <dgm:t>
        <a:bodyPr/>
        <a:lstStyle/>
        <a:p>
          <a:r>
            <a:rPr lang="en-US"/>
            <a:t>Colaboración con el cliente.</a:t>
          </a:r>
        </a:p>
      </dgm:t>
    </dgm:pt>
    <dgm:pt modelId="{19944F7F-9A7C-4226-9418-878BDF5B97E4}" type="parTrans" cxnId="{09963CA4-8D4C-4215-9CAB-4AB2CAECD5DC}">
      <dgm:prSet/>
      <dgm:spPr/>
      <dgm:t>
        <a:bodyPr/>
        <a:lstStyle/>
        <a:p>
          <a:endParaRPr lang="en-US"/>
        </a:p>
      </dgm:t>
    </dgm:pt>
    <dgm:pt modelId="{1E366B17-ED13-4527-9EA8-F6CEAD15FF17}" type="sibTrans" cxnId="{09963CA4-8D4C-4215-9CAB-4AB2CAECD5DC}">
      <dgm:prSet/>
      <dgm:spPr/>
      <dgm:t>
        <a:bodyPr/>
        <a:lstStyle/>
        <a:p>
          <a:endParaRPr lang="en-US"/>
        </a:p>
      </dgm:t>
    </dgm:pt>
    <dgm:pt modelId="{A89CDB52-5C0A-40F7-AA38-2B8E3510CF39}">
      <dgm:prSet/>
      <dgm:spPr/>
      <dgm:t>
        <a:bodyPr/>
        <a:lstStyle/>
        <a:p>
          <a:r>
            <a:rPr lang="en-US"/>
            <a:t>Respuesta rápida al cambio.</a:t>
          </a:r>
        </a:p>
      </dgm:t>
    </dgm:pt>
    <dgm:pt modelId="{248F358A-B493-4CF2-87F5-F4687D7CDA94}" type="parTrans" cxnId="{6B38F91A-979C-4F6E-B492-566075DDBBD5}">
      <dgm:prSet/>
      <dgm:spPr/>
      <dgm:t>
        <a:bodyPr/>
        <a:lstStyle/>
        <a:p>
          <a:endParaRPr lang="en-US"/>
        </a:p>
      </dgm:t>
    </dgm:pt>
    <dgm:pt modelId="{5EE794DD-8E4A-4F76-800B-822AA2482BB7}" type="sibTrans" cxnId="{6B38F91A-979C-4F6E-B492-566075DDBBD5}">
      <dgm:prSet/>
      <dgm:spPr/>
      <dgm:t>
        <a:bodyPr/>
        <a:lstStyle/>
        <a:p>
          <a:endParaRPr lang="en-US"/>
        </a:p>
      </dgm:t>
    </dgm:pt>
    <dgm:pt modelId="{EDEE2B1C-AA61-48CD-896B-5A61433C2020}">
      <dgm:prSet/>
      <dgm:spPr/>
      <dgm:t>
        <a:bodyPr/>
        <a:lstStyle/>
        <a:p>
          <a:r>
            <a:rPr lang="en-US"/>
            <a:t>Entrega continua de valor.</a:t>
          </a:r>
        </a:p>
      </dgm:t>
    </dgm:pt>
    <dgm:pt modelId="{432BC779-80CF-4298-8D86-2FBD179C60FF}" type="parTrans" cxnId="{D14BB816-3F6A-4798-8D18-A2FC21BC8DE1}">
      <dgm:prSet/>
      <dgm:spPr/>
      <dgm:t>
        <a:bodyPr/>
        <a:lstStyle/>
        <a:p>
          <a:endParaRPr lang="en-US"/>
        </a:p>
      </dgm:t>
    </dgm:pt>
    <dgm:pt modelId="{C77C2181-F302-4B09-A3C8-4F60D6F41D73}" type="sibTrans" cxnId="{D14BB816-3F6A-4798-8D18-A2FC21BC8DE1}">
      <dgm:prSet/>
      <dgm:spPr/>
      <dgm:t>
        <a:bodyPr/>
        <a:lstStyle/>
        <a:p>
          <a:endParaRPr lang="en-US"/>
        </a:p>
      </dgm:t>
    </dgm:pt>
    <dgm:pt modelId="{7C4A38DA-9101-48BA-89F5-B7816D88696E}">
      <dgm:prSet/>
      <dgm:spPr/>
      <dgm:t>
        <a:bodyPr/>
        <a:lstStyle/>
        <a:p>
          <a:r>
            <a:rPr lang="en-US"/>
            <a:t>Prioriza personas y comunicación sobre procesos rígidos.</a:t>
          </a:r>
        </a:p>
      </dgm:t>
    </dgm:pt>
    <dgm:pt modelId="{7F64CA2D-4F15-4937-8CDD-D137F7B012B5}" type="parTrans" cxnId="{699F2C24-C169-491C-8827-CEF54883983A}">
      <dgm:prSet/>
      <dgm:spPr/>
      <dgm:t>
        <a:bodyPr/>
        <a:lstStyle/>
        <a:p>
          <a:endParaRPr lang="en-US"/>
        </a:p>
      </dgm:t>
    </dgm:pt>
    <dgm:pt modelId="{96166CE7-A8D7-452D-9CE7-81F6CEBD9186}" type="sibTrans" cxnId="{699F2C24-C169-491C-8827-CEF54883983A}">
      <dgm:prSet/>
      <dgm:spPr/>
      <dgm:t>
        <a:bodyPr/>
        <a:lstStyle/>
        <a:p>
          <a:endParaRPr lang="en-US"/>
        </a:p>
      </dgm:t>
    </dgm:pt>
    <dgm:pt modelId="{25CEBED4-5A7F-409A-BEE2-01B4BD3D95C5}" type="pres">
      <dgm:prSet presAssocID="{C5B1A6AB-BD8A-4644-9184-A7BB0E2EE8B8}" presName="linear" presStyleCnt="0">
        <dgm:presLayoutVars>
          <dgm:animLvl val="lvl"/>
          <dgm:resizeHandles val="exact"/>
        </dgm:presLayoutVars>
      </dgm:prSet>
      <dgm:spPr/>
    </dgm:pt>
    <dgm:pt modelId="{41146A8C-5B64-4A0B-B587-09721DE24DD2}" type="pres">
      <dgm:prSet presAssocID="{E50F7391-E6B4-4C6A-BB04-870CA060DEC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72AE648-9552-41EF-AFBB-278E8635C9C0}" type="pres">
      <dgm:prSet presAssocID="{1E366B17-ED13-4527-9EA8-F6CEAD15FF17}" presName="spacer" presStyleCnt="0"/>
      <dgm:spPr/>
    </dgm:pt>
    <dgm:pt modelId="{BA3AAEB2-36D7-4AC2-A432-E8A3AA43FCE4}" type="pres">
      <dgm:prSet presAssocID="{A89CDB52-5C0A-40F7-AA38-2B8E3510CF3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EDF89CE-3518-43FD-95EC-586B5CFD7829}" type="pres">
      <dgm:prSet presAssocID="{5EE794DD-8E4A-4F76-800B-822AA2482BB7}" presName="spacer" presStyleCnt="0"/>
      <dgm:spPr/>
    </dgm:pt>
    <dgm:pt modelId="{A282BE78-4942-40D2-BD1B-F4C1DE4C17EE}" type="pres">
      <dgm:prSet presAssocID="{EDEE2B1C-AA61-48CD-896B-5A61433C202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4BD151D-4263-4977-BAA0-E9E5429BB41B}" type="pres">
      <dgm:prSet presAssocID="{C77C2181-F302-4B09-A3C8-4F60D6F41D73}" presName="spacer" presStyleCnt="0"/>
      <dgm:spPr/>
    </dgm:pt>
    <dgm:pt modelId="{49ADFB02-7EA9-454C-AAEE-CA3BDCFDFD81}" type="pres">
      <dgm:prSet presAssocID="{7C4A38DA-9101-48BA-89F5-B7816D88696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14BB816-3F6A-4798-8D18-A2FC21BC8DE1}" srcId="{C5B1A6AB-BD8A-4644-9184-A7BB0E2EE8B8}" destId="{EDEE2B1C-AA61-48CD-896B-5A61433C2020}" srcOrd="2" destOrd="0" parTransId="{432BC779-80CF-4298-8D86-2FBD179C60FF}" sibTransId="{C77C2181-F302-4B09-A3C8-4F60D6F41D73}"/>
    <dgm:cxn modelId="{6B38F91A-979C-4F6E-B492-566075DDBBD5}" srcId="{C5B1A6AB-BD8A-4644-9184-A7BB0E2EE8B8}" destId="{A89CDB52-5C0A-40F7-AA38-2B8E3510CF39}" srcOrd="1" destOrd="0" parTransId="{248F358A-B493-4CF2-87F5-F4687D7CDA94}" sibTransId="{5EE794DD-8E4A-4F76-800B-822AA2482BB7}"/>
    <dgm:cxn modelId="{699F2C24-C169-491C-8827-CEF54883983A}" srcId="{C5B1A6AB-BD8A-4644-9184-A7BB0E2EE8B8}" destId="{7C4A38DA-9101-48BA-89F5-B7816D88696E}" srcOrd="3" destOrd="0" parTransId="{7F64CA2D-4F15-4937-8CDD-D137F7B012B5}" sibTransId="{96166CE7-A8D7-452D-9CE7-81F6CEBD9186}"/>
    <dgm:cxn modelId="{5EB67A39-2688-4E7D-8565-99E62D4B9B73}" type="presOf" srcId="{EDEE2B1C-AA61-48CD-896B-5A61433C2020}" destId="{A282BE78-4942-40D2-BD1B-F4C1DE4C17EE}" srcOrd="0" destOrd="0" presId="urn:microsoft.com/office/officeart/2005/8/layout/vList2"/>
    <dgm:cxn modelId="{11E5BF61-A1DB-4C30-B3B1-64084A65C6F0}" type="presOf" srcId="{7C4A38DA-9101-48BA-89F5-B7816D88696E}" destId="{49ADFB02-7EA9-454C-AAEE-CA3BDCFDFD81}" srcOrd="0" destOrd="0" presId="urn:microsoft.com/office/officeart/2005/8/layout/vList2"/>
    <dgm:cxn modelId="{E37C7443-71F2-41B2-9049-38831F7C8E50}" type="presOf" srcId="{E50F7391-E6B4-4C6A-BB04-870CA060DEC5}" destId="{41146A8C-5B64-4A0B-B587-09721DE24DD2}" srcOrd="0" destOrd="0" presId="urn:microsoft.com/office/officeart/2005/8/layout/vList2"/>
    <dgm:cxn modelId="{09963CA4-8D4C-4215-9CAB-4AB2CAECD5DC}" srcId="{C5B1A6AB-BD8A-4644-9184-A7BB0E2EE8B8}" destId="{E50F7391-E6B4-4C6A-BB04-870CA060DEC5}" srcOrd="0" destOrd="0" parTransId="{19944F7F-9A7C-4226-9418-878BDF5B97E4}" sibTransId="{1E366B17-ED13-4527-9EA8-F6CEAD15FF17}"/>
    <dgm:cxn modelId="{BD4535AE-9044-4B2A-B816-DCAE179A49BF}" type="presOf" srcId="{A89CDB52-5C0A-40F7-AA38-2B8E3510CF39}" destId="{BA3AAEB2-36D7-4AC2-A432-E8A3AA43FCE4}" srcOrd="0" destOrd="0" presId="urn:microsoft.com/office/officeart/2005/8/layout/vList2"/>
    <dgm:cxn modelId="{6D8CAFBE-BDB5-4538-8887-433D0D406A10}" type="presOf" srcId="{C5B1A6AB-BD8A-4644-9184-A7BB0E2EE8B8}" destId="{25CEBED4-5A7F-409A-BEE2-01B4BD3D95C5}" srcOrd="0" destOrd="0" presId="urn:microsoft.com/office/officeart/2005/8/layout/vList2"/>
    <dgm:cxn modelId="{AA60C852-2823-4F0F-AECF-3FFB500983AB}" type="presParOf" srcId="{25CEBED4-5A7F-409A-BEE2-01B4BD3D95C5}" destId="{41146A8C-5B64-4A0B-B587-09721DE24DD2}" srcOrd="0" destOrd="0" presId="urn:microsoft.com/office/officeart/2005/8/layout/vList2"/>
    <dgm:cxn modelId="{DDB03BB5-787F-404B-BC50-A5FEB047876B}" type="presParOf" srcId="{25CEBED4-5A7F-409A-BEE2-01B4BD3D95C5}" destId="{C72AE648-9552-41EF-AFBB-278E8635C9C0}" srcOrd="1" destOrd="0" presId="urn:microsoft.com/office/officeart/2005/8/layout/vList2"/>
    <dgm:cxn modelId="{08F41706-6E2E-4943-AB9C-0E36BD2796E7}" type="presParOf" srcId="{25CEBED4-5A7F-409A-BEE2-01B4BD3D95C5}" destId="{BA3AAEB2-36D7-4AC2-A432-E8A3AA43FCE4}" srcOrd="2" destOrd="0" presId="urn:microsoft.com/office/officeart/2005/8/layout/vList2"/>
    <dgm:cxn modelId="{F3344C7D-DD4B-4E5C-BAF3-279DBA05FCDE}" type="presParOf" srcId="{25CEBED4-5A7F-409A-BEE2-01B4BD3D95C5}" destId="{2EDF89CE-3518-43FD-95EC-586B5CFD7829}" srcOrd="3" destOrd="0" presId="urn:microsoft.com/office/officeart/2005/8/layout/vList2"/>
    <dgm:cxn modelId="{A2E94BD3-C6E8-4803-8869-859AD2F57922}" type="presParOf" srcId="{25CEBED4-5A7F-409A-BEE2-01B4BD3D95C5}" destId="{A282BE78-4942-40D2-BD1B-F4C1DE4C17EE}" srcOrd="4" destOrd="0" presId="urn:microsoft.com/office/officeart/2005/8/layout/vList2"/>
    <dgm:cxn modelId="{DEBCA0D0-FEAB-4F7A-A152-05B427F61A76}" type="presParOf" srcId="{25CEBED4-5A7F-409A-BEE2-01B4BD3D95C5}" destId="{14BD151D-4263-4977-BAA0-E9E5429BB41B}" srcOrd="5" destOrd="0" presId="urn:microsoft.com/office/officeart/2005/8/layout/vList2"/>
    <dgm:cxn modelId="{B8958511-D16F-46A6-A69E-B2368203A612}" type="presParOf" srcId="{25CEBED4-5A7F-409A-BEE2-01B4BD3D95C5}" destId="{49ADFB02-7EA9-454C-AAEE-CA3BDCFDFD8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99782D1-956F-404D-8A03-586D2EC38F0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72962AF-800F-4075-9AFE-A3B8DFBD2CE6}">
      <dgm:prSet/>
      <dgm:spPr/>
      <dgm:t>
        <a:bodyPr/>
        <a:lstStyle/>
        <a:p>
          <a:r>
            <a:rPr lang="en-US"/>
            <a:t>✅ Adaptabilidad, mejora continua, mayor satisfacción del cliente.</a:t>
          </a:r>
        </a:p>
      </dgm:t>
    </dgm:pt>
    <dgm:pt modelId="{FF742BF2-12F6-49C9-A883-477065ED90B7}" type="parTrans" cxnId="{C55C3F9C-4BDD-4832-B453-F40D2B198D8B}">
      <dgm:prSet/>
      <dgm:spPr/>
      <dgm:t>
        <a:bodyPr/>
        <a:lstStyle/>
        <a:p>
          <a:endParaRPr lang="en-US"/>
        </a:p>
      </dgm:t>
    </dgm:pt>
    <dgm:pt modelId="{DCB8EF7C-37A1-4AF7-BD63-57D33A8015CE}" type="sibTrans" cxnId="{C55C3F9C-4BDD-4832-B453-F40D2B198D8B}">
      <dgm:prSet/>
      <dgm:spPr/>
      <dgm:t>
        <a:bodyPr/>
        <a:lstStyle/>
        <a:p>
          <a:endParaRPr lang="en-US"/>
        </a:p>
      </dgm:t>
    </dgm:pt>
    <dgm:pt modelId="{DB8D3E86-D941-42AB-8D63-42ECFA79238B}">
      <dgm:prSet/>
      <dgm:spPr/>
      <dgm:t>
        <a:bodyPr/>
        <a:lstStyle/>
        <a:p>
          <a:r>
            <a:rPr lang="en-US"/>
            <a:t>❌ Requiere madurez del equipo, difícil estimar costos y tiempos.</a:t>
          </a:r>
        </a:p>
      </dgm:t>
    </dgm:pt>
    <dgm:pt modelId="{DE9006D4-B4D8-4DD0-8ADB-61EE52F1DD0E}" type="parTrans" cxnId="{4D50FBA5-F790-4191-8D82-FBC94F10EA1C}">
      <dgm:prSet/>
      <dgm:spPr/>
      <dgm:t>
        <a:bodyPr/>
        <a:lstStyle/>
        <a:p>
          <a:endParaRPr lang="en-US"/>
        </a:p>
      </dgm:t>
    </dgm:pt>
    <dgm:pt modelId="{5658A918-5DAE-41B3-B500-03ABBE92806C}" type="sibTrans" cxnId="{4D50FBA5-F790-4191-8D82-FBC94F10EA1C}">
      <dgm:prSet/>
      <dgm:spPr/>
      <dgm:t>
        <a:bodyPr/>
        <a:lstStyle/>
        <a:p>
          <a:endParaRPr lang="en-US"/>
        </a:p>
      </dgm:t>
    </dgm:pt>
    <dgm:pt modelId="{49FDFD24-D311-4330-9CF7-A80CD4EB0F01}" type="pres">
      <dgm:prSet presAssocID="{D99782D1-956F-404D-8A03-586D2EC38F08}" presName="linear" presStyleCnt="0">
        <dgm:presLayoutVars>
          <dgm:animLvl val="lvl"/>
          <dgm:resizeHandles val="exact"/>
        </dgm:presLayoutVars>
      </dgm:prSet>
      <dgm:spPr/>
    </dgm:pt>
    <dgm:pt modelId="{AD6405A9-E455-415E-8919-45357984EA49}" type="pres">
      <dgm:prSet presAssocID="{872962AF-800F-4075-9AFE-A3B8DFBD2CE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71C1ADB-BA6D-440B-8A73-608EA8C70C5C}" type="pres">
      <dgm:prSet presAssocID="{DCB8EF7C-37A1-4AF7-BD63-57D33A8015CE}" presName="spacer" presStyleCnt="0"/>
      <dgm:spPr/>
    </dgm:pt>
    <dgm:pt modelId="{A604D4D6-656D-4AEF-A69F-E864F0AC6A57}" type="pres">
      <dgm:prSet presAssocID="{DB8D3E86-D941-42AB-8D63-42ECFA79238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85E7F63-0CBA-434E-9829-3DDCDA9B8C90}" type="presOf" srcId="{DB8D3E86-D941-42AB-8D63-42ECFA79238B}" destId="{A604D4D6-656D-4AEF-A69F-E864F0AC6A57}" srcOrd="0" destOrd="0" presId="urn:microsoft.com/office/officeart/2005/8/layout/vList2"/>
    <dgm:cxn modelId="{C55C3F9C-4BDD-4832-B453-F40D2B198D8B}" srcId="{D99782D1-956F-404D-8A03-586D2EC38F08}" destId="{872962AF-800F-4075-9AFE-A3B8DFBD2CE6}" srcOrd="0" destOrd="0" parTransId="{FF742BF2-12F6-49C9-A883-477065ED90B7}" sibTransId="{DCB8EF7C-37A1-4AF7-BD63-57D33A8015CE}"/>
    <dgm:cxn modelId="{4D50FBA5-F790-4191-8D82-FBC94F10EA1C}" srcId="{D99782D1-956F-404D-8A03-586D2EC38F08}" destId="{DB8D3E86-D941-42AB-8D63-42ECFA79238B}" srcOrd="1" destOrd="0" parTransId="{DE9006D4-B4D8-4DD0-8ADB-61EE52F1DD0E}" sibTransId="{5658A918-5DAE-41B3-B500-03ABBE92806C}"/>
    <dgm:cxn modelId="{7D17A0AB-65B0-479C-AAD3-D34C1DE4501B}" type="presOf" srcId="{872962AF-800F-4075-9AFE-A3B8DFBD2CE6}" destId="{AD6405A9-E455-415E-8919-45357984EA49}" srcOrd="0" destOrd="0" presId="urn:microsoft.com/office/officeart/2005/8/layout/vList2"/>
    <dgm:cxn modelId="{6B9B04B7-A265-446E-B031-679FB449FDB7}" type="presOf" srcId="{D99782D1-956F-404D-8A03-586D2EC38F08}" destId="{49FDFD24-D311-4330-9CF7-A80CD4EB0F01}" srcOrd="0" destOrd="0" presId="urn:microsoft.com/office/officeart/2005/8/layout/vList2"/>
    <dgm:cxn modelId="{FDC56DFE-99D1-49F3-A547-40A76A90CAE7}" type="presParOf" srcId="{49FDFD24-D311-4330-9CF7-A80CD4EB0F01}" destId="{AD6405A9-E455-415E-8919-45357984EA49}" srcOrd="0" destOrd="0" presId="urn:microsoft.com/office/officeart/2005/8/layout/vList2"/>
    <dgm:cxn modelId="{695F6571-0CB0-457C-95C7-598D1DCE54BE}" type="presParOf" srcId="{49FDFD24-D311-4330-9CF7-A80CD4EB0F01}" destId="{071C1ADB-BA6D-440B-8A73-608EA8C70C5C}" srcOrd="1" destOrd="0" presId="urn:microsoft.com/office/officeart/2005/8/layout/vList2"/>
    <dgm:cxn modelId="{0E61CE64-5001-40C0-9C88-0DD9C90D370F}" type="presParOf" srcId="{49FDFD24-D311-4330-9CF7-A80CD4EB0F01}" destId="{A604D4D6-656D-4AEF-A69F-E864F0AC6A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A2973E7-B505-4553-8D3F-CFE483B8D91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6997297-882E-43BC-83AC-99865F7E8316}">
      <dgm:prSet/>
      <dgm:spPr/>
      <dgm:t>
        <a:bodyPr/>
        <a:lstStyle/>
        <a:p>
          <a:r>
            <a:rPr lang="en-US"/>
            <a:t>Metodología de Microsoft para implementar soluciones Dynamics.</a:t>
          </a:r>
        </a:p>
      </dgm:t>
    </dgm:pt>
    <dgm:pt modelId="{CA3AC24B-E3F5-4B51-A2DD-F09DBBEE57BC}" type="parTrans" cxnId="{875F182F-71F3-4965-A110-5B0C7EE05316}">
      <dgm:prSet/>
      <dgm:spPr/>
      <dgm:t>
        <a:bodyPr/>
        <a:lstStyle/>
        <a:p>
          <a:endParaRPr lang="en-US"/>
        </a:p>
      </dgm:t>
    </dgm:pt>
    <dgm:pt modelId="{DFA91AF4-011B-4531-914D-3954BF21DA59}" type="sibTrans" cxnId="{875F182F-71F3-4965-A110-5B0C7EE05316}">
      <dgm:prSet/>
      <dgm:spPr/>
      <dgm:t>
        <a:bodyPr/>
        <a:lstStyle/>
        <a:p>
          <a:endParaRPr lang="en-US"/>
        </a:p>
      </dgm:t>
    </dgm:pt>
    <dgm:pt modelId="{C9A67B94-AF9B-49AF-A872-58F71D4F5DF0}">
      <dgm:prSet/>
      <dgm:spPr/>
      <dgm:t>
        <a:bodyPr/>
        <a:lstStyle/>
        <a:p>
          <a:r>
            <a:rPr lang="en-US"/>
            <a:t>Incluye herramientas, plantillas y mejores prácticas.</a:t>
          </a:r>
        </a:p>
      </dgm:t>
    </dgm:pt>
    <dgm:pt modelId="{F5526140-E83C-43BE-A52B-6AFED88BC7F4}" type="parTrans" cxnId="{20A36881-36B7-4699-BC0A-8D6C6DA572EE}">
      <dgm:prSet/>
      <dgm:spPr/>
      <dgm:t>
        <a:bodyPr/>
        <a:lstStyle/>
        <a:p>
          <a:endParaRPr lang="en-US"/>
        </a:p>
      </dgm:t>
    </dgm:pt>
    <dgm:pt modelId="{83208732-680B-4045-BCAD-B28D66F9C76D}" type="sibTrans" cxnId="{20A36881-36B7-4699-BC0A-8D6C6DA572EE}">
      <dgm:prSet/>
      <dgm:spPr/>
      <dgm:t>
        <a:bodyPr/>
        <a:lstStyle/>
        <a:p>
          <a:endParaRPr lang="en-US"/>
        </a:p>
      </dgm:t>
    </dgm:pt>
    <dgm:pt modelId="{3D1CF705-EB58-40C5-A533-3B155A0DB2F9}">
      <dgm:prSet/>
      <dgm:spPr/>
      <dgm:t>
        <a:bodyPr/>
        <a:lstStyle/>
        <a:p>
          <a:r>
            <a:rPr lang="en-US"/>
            <a:t>Enfocado en gestión estructurada y alineación con el cliente.</a:t>
          </a:r>
        </a:p>
      </dgm:t>
    </dgm:pt>
    <dgm:pt modelId="{17EE9FB4-CBC8-4825-9A87-B0C8337A7F52}" type="parTrans" cxnId="{AE8ACBC8-DD92-4D89-873B-DC41CBB77A0C}">
      <dgm:prSet/>
      <dgm:spPr/>
      <dgm:t>
        <a:bodyPr/>
        <a:lstStyle/>
        <a:p>
          <a:endParaRPr lang="en-US"/>
        </a:p>
      </dgm:t>
    </dgm:pt>
    <dgm:pt modelId="{181945CA-BAC3-4D23-851B-DBEAA71F129C}" type="sibTrans" cxnId="{AE8ACBC8-DD92-4D89-873B-DC41CBB77A0C}">
      <dgm:prSet/>
      <dgm:spPr/>
      <dgm:t>
        <a:bodyPr/>
        <a:lstStyle/>
        <a:p>
          <a:endParaRPr lang="en-US"/>
        </a:p>
      </dgm:t>
    </dgm:pt>
    <dgm:pt modelId="{FDB63DA5-D748-453C-BB05-69105CFCFEB8}" type="pres">
      <dgm:prSet presAssocID="{6A2973E7-B505-4553-8D3F-CFE483B8D910}" presName="linear" presStyleCnt="0">
        <dgm:presLayoutVars>
          <dgm:animLvl val="lvl"/>
          <dgm:resizeHandles val="exact"/>
        </dgm:presLayoutVars>
      </dgm:prSet>
      <dgm:spPr/>
    </dgm:pt>
    <dgm:pt modelId="{FE201AA9-AE9E-4C24-9296-9A8FF54486DA}" type="pres">
      <dgm:prSet presAssocID="{26997297-882E-43BC-83AC-99865F7E83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D14FF2-CF07-4F57-8B2E-FF97932BC464}" type="pres">
      <dgm:prSet presAssocID="{DFA91AF4-011B-4531-914D-3954BF21DA59}" presName="spacer" presStyleCnt="0"/>
      <dgm:spPr/>
    </dgm:pt>
    <dgm:pt modelId="{06C0B257-7DB8-42C3-815E-69ED0596ADEE}" type="pres">
      <dgm:prSet presAssocID="{C9A67B94-AF9B-49AF-A872-58F71D4F5DF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47A6129-2870-45A1-A793-BCE14271FDFE}" type="pres">
      <dgm:prSet presAssocID="{83208732-680B-4045-BCAD-B28D66F9C76D}" presName="spacer" presStyleCnt="0"/>
      <dgm:spPr/>
    </dgm:pt>
    <dgm:pt modelId="{D55F2671-0433-4EA6-9BD2-1E15A0A6BB96}" type="pres">
      <dgm:prSet presAssocID="{3D1CF705-EB58-40C5-A533-3B155A0DB2F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75F182F-71F3-4965-A110-5B0C7EE05316}" srcId="{6A2973E7-B505-4553-8D3F-CFE483B8D910}" destId="{26997297-882E-43BC-83AC-99865F7E8316}" srcOrd="0" destOrd="0" parTransId="{CA3AC24B-E3F5-4B51-A2DD-F09DBBEE57BC}" sibTransId="{DFA91AF4-011B-4531-914D-3954BF21DA59}"/>
    <dgm:cxn modelId="{4F9A7E3B-7769-4350-8A1B-1D7D9369B576}" type="presOf" srcId="{26997297-882E-43BC-83AC-99865F7E8316}" destId="{FE201AA9-AE9E-4C24-9296-9A8FF54486DA}" srcOrd="0" destOrd="0" presId="urn:microsoft.com/office/officeart/2005/8/layout/vList2"/>
    <dgm:cxn modelId="{A8263F4A-F365-4ABF-9E4C-B56090215AE0}" type="presOf" srcId="{6A2973E7-B505-4553-8D3F-CFE483B8D910}" destId="{FDB63DA5-D748-453C-BB05-69105CFCFEB8}" srcOrd="0" destOrd="0" presId="urn:microsoft.com/office/officeart/2005/8/layout/vList2"/>
    <dgm:cxn modelId="{20A36881-36B7-4699-BC0A-8D6C6DA572EE}" srcId="{6A2973E7-B505-4553-8D3F-CFE483B8D910}" destId="{C9A67B94-AF9B-49AF-A872-58F71D4F5DF0}" srcOrd="1" destOrd="0" parTransId="{F5526140-E83C-43BE-A52B-6AFED88BC7F4}" sibTransId="{83208732-680B-4045-BCAD-B28D66F9C76D}"/>
    <dgm:cxn modelId="{A5EACD93-6DB6-4556-AB4A-290AAB3D519B}" type="presOf" srcId="{3D1CF705-EB58-40C5-A533-3B155A0DB2F9}" destId="{D55F2671-0433-4EA6-9BD2-1E15A0A6BB96}" srcOrd="0" destOrd="0" presId="urn:microsoft.com/office/officeart/2005/8/layout/vList2"/>
    <dgm:cxn modelId="{AE8ACBC8-DD92-4D89-873B-DC41CBB77A0C}" srcId="{6A2973E7-B505-4553-8D3F-CFE483B8D910}" destId="{3D1CF705-EB58-40C5-A533-3B155A0DB2F9}" srcOrd="2" destOrd="0" parTransId="{17EE9FB4-CBC8-4825-9A87-B0C8337A7F52}" sibTransId="{181945CA-BAC3-4D23-851B-DBEAA71F129C}"/>
    <dgm:cxn modelId="{99F433DD-60D5-4B2A-86D8-63767AA19D47}" type="presOf" srcId="{C9A67B94-AF9B-49AF-A872-58F71D4F5DF0}" destId="{06C0B257-7DB8-42C3-815E-69ED0596ADEE}" srcOrd="0" destOrd="0" presId="urn:microsoft.com/office/officeart/2005/8/layout/vList2"/>
    <dgm:cxn modelId="{37B5D658-4C98-42EE-87A3-EF92FBB0BD67}" type="presParOf" srcId="{FDB63DA5-D748-453C-BB05-69105CFCFEB8}" destId="{FE201AA9-AE9E-4C24-9296-9A8FF54486DA}" srcOrd="0" destOrd="0" presId="urn:microsoft.com/office/officeart/2005/8/layout/vList2"/>
    <dgm:cxn modelId="{B1A41B0A-1A4E-457F-8576-12A716584B85}" type="presParOf" srcId="{FDB63DA5-D748-453C-BB05-69105CFCFEB8}" destId="{5ED14FF2-CF07-4F57-8B2E-FF97932BC464}" srcOrd="1" destOrd="0" presId="urn:microsoft.com/office/officeart/2005/8/layout/vList2"/>
    <dgm:cxn modelId="{AF43A394-6D71-44B0-858A-0A790E5F68CD}" type="presParOf" srcId="{FDB63DA5-D748-453C-BB05-69105CFCFEB8}" destId="{06C0B257-7DB8-42C3-815E-69ED0596ADEE}" srcOrd="2" destOrd="0" presId="urn:microsoft.com/office/officeart/2005/8/layout/vList2"/>
    <dgm:cxn modelId="{D092C4BC-FAD4-42F1-BE5E-121B0FB405EE}" type="presParOf" srcId="{FDB63DA5-D748-453C-BB05-69105CFCFEB8}" destId="{D47A6129-2870-45A1-A793-BCE14271FDFE}" srcOrd="3" destOrd="0" presId="urn:microsoft.com/office/officeart/2005/8/layout/vList2"/>
    <dgm:cxn modelId="{A7D78E80-D6EC-4474-8562-E27079C0D7D0}" type="presParOf" srcId="{FDB63DA5-D748-453C-BB05-69105CFCFEB8}" destId="{D55F2671-0433-4EA6-9BD2-1E15A0A6BB9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AB2295C-7DBA-41B6-859B-5D14A9103BC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E3DD62B-8357-4766-980A-CF5CEB2B36EA}">
      <dgm:prSet/>
      <dgm:spPr/>
      <dgm:t>
        <a:bodyPr/>
        <a:lstStyle/>
        <a:p>
          <a:r>
            <a:rPr lang="en-US"/>
            <a:t>Diagnóstico → Análisis → Diseño → Desarrollo → Despliegue → Operación.</a:t>
          </a:r>
        </a:p>
      </dgm:t>
    </dgm:pt>
    <dgm:pt modelId="{A78A929B-7B18-4F1F-9FB2-E7C5D7AE99B1}" type="parTrans" cxnId="{1125FBEB-F414-4FB6-BAC7-02685BFFF1FE}">
      <dgm:prSet/>
      <dgm:spPr/>
      <dgm:t>
        <a:bodyPr/>
        <a:lstStyle/>
        <a:p>
          <a:endParaRPr lang="en-US"/>
        </a:p>
      </dgm:t>
    </dgm:pt>
    <dgm:pt modelId="{DD7DB404-12BD-4780-9D39-5D9C2D243763}" type="sibTrans" cxnId="{1125FBEB-F414-4FB6-BAC7-02685BFFF1FE}">
      <dgm:prSet/>
      <dgm:spPr/>
      <dgm:t>
        <a:bodyPr/>
        <a:lstStyle/>
        <a:p>
          <a:endParaRPr lang="en-US"/>
        </a:p>
      </dgm:t>
    </dgm:pt>
    <dgm:pt modelId="{7BB65A3B-4D45-4A78-A950-635AEEAA9775}">
      <dgm:prSet/>
      <dgm:spPr/>
      <dgm:t>
        <a:bodyPr/>
        <a:lstStyle/>
        <a:p>
          <a:r>
            <a:rPr lang="en-US"/>
            <a:t>Proporciona flexibilidad para distintos tipos de proyecto.</a:t>
          </a:r>
        </a:p>
      </dgm:t>
    </dgm:pt>
    <dgm:pt modelId="{02CF3A05-6BA9-45B0-919E-A999CB2C4AC0}" type="parTrans" cxnId="{A73FBFBE-5CD5-46DE-B7DC-45B795BBFE99}">
      <dgm:prSet/>
      <dgm:spPr/>
      <dgm:t>
        <a:bodyPr/>
        <a:lstStyle/>
        <a:p>
          <a:endParaRPr lang="en-US"/>
        </a:p>
      </dgm:t>
    </dgm:pt>
    <dgm:pt modelId="{93AD6B33-E73A-4DD4-9C06-6B7F313C0B9D}" type="sibTrans" cxnId="{A73FBFBE-5CD5-46DE-B7DC-45B795BBFE99}">
      <dgm:prSet/>
      <dgm:spPr/>
      <dgm:t>
        <a:bodyPr/>
        <a:lstStyle/>
        <a:p>
          <a:endParaRPr lang="en-US"/>
        </a:p>
      </dgm:t>
    </dgm:pt>
    <dgm:pt modelId="{B59E4EDC-CA6B-42AA-AA95-17D6E409F206}" type="pres">
      <dgm:prSet presAssocID="{AAB2295C-7DBA-41B6-859B-5D14A9103BCA}" presName="root" presStyleCnt="0">
        <dgm:presLayoutVars>
          <dgm:dir/>
          <dgm:resizeHandles val="exact"/>
        </dgm:presLayoutVars>
      </dgm:prSet>
      <dgm:spPr/>
    </dgm:pt>
    <dgm:pt modelId="{0FE784A1-A57B-45B3-BF15-480AF614E055}" type="pres">
      <dgm:prSet presAssocID="{DE3DD62B-8357-4766-980A-CF5CEB2B36EA}" presName="compNode" presStyleCnt="0"/>
      <dgm:spPr/>
    </dgm:pt>
    <dgm:pt modelId="{652B28D5-BF23-4D4D-B7F1-4A766D86189C}" type="pres">
      <dgm:prSet presAssocID="{DE3DD62B-8357-4766-980A-CF5CEB2B36EA}" presName="bgRect" presStyleLbl="bgShp" presStyleIdx="0" presStyleCnt="2"/>
      <dgm:spPr/>
    </dgm:pt>
    <dgm:pt modelId="{999CB96A-22B4-4E7F-AD40-D573C9BF437D}" type="pres">
      <dgm:prSet presAssocID="{DE3DD62B-8357-4766-980A-CF5CEB2B36E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4BEF391B-B963-4A04-B666-BD7B55A771CE}" type="pres">
      <dgm:prSet presAssocID="{DE3DD62B-8357-4766-980A-CF5CEB2B36EA}" presName="spaceRect" presStyleCnt="0"/>
      <dgm:spPr/>
    </dgm:pt>
    <dgm:pt modelId="{89EEA171-86C5-4D14-A823-EA82A5B63F24}" type="pres">
      <dgm:prSet presAssocID="{DE3DD62B-8357-4766-980A-CF5CEB2B36EA}" presName="parTx" presStyleLbl="revTx" presStyleIdx="0" presStyleCnt="2">
        <dgm:presLayoutVars>
          <dgm:chMax val="0"/>
          <dgm:chPref val="0"/>
        </dgm:presLayoutVars>
      </dgm:prSet>
      <dgm:spPr/>
    </dgm:pt>
    <dgm:pt modelId="{2E5D8665-C00F-4C6E-90C6-93F1F141C9A8}" type="pres">
      <dgm:prSet presAssocID="{DD7DB404-12BD-4780-9D39-5D9C2D243763}" presName="sibTrans" presStyleCnt="0"/>
      <dgm:spPr/>
    </dgm:pt>
    <dgm:pt modelId="{33CB9FA7-005B-4055-81BE-F024DFCD1CA3}" type="pres">
      <dgm:prSet presAssocID="{7BB65A3B-4D45-4A78-A950-635AEEAA9775}" presName="compNode" presStyleCnt="0"/>
      <dgm:spPr/>
    </dgm:pt>
    <dgm:pt modelId="{5D10B446-A4EC-4F7E-923F-4198C41085DA}" type="pres">
      <dgm:prSet presAssocID="{7BB65A3B-4D45-4A78-A950-635AEEAA9775}" presName="bgRect" presStyleLbl="bgShp" presStyleIdx="1" presStyleCnt="2"/>
      <dgm:spPr/>
    </dgm:pt>
    <dgm:pt modelId="{2C9E7DB1-01FA-4326-845F-1FED5045E985}" type="pres">
      <dgm:prSet presAssocID="{7BB65A3B-4D45-4A78-A950-635AEEAA977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1BE7011A-8EE5-49B3-8C13-21FCA213558B}" type="pres">
      <dgm:prSet presAssocID="{7BB65A3B-4D45-4A78-A950-635AEEAA9775}" presName="spaceRect" presStyleCnt="0"/>
      <dgm:spPr/>
    </dgm:pt>
    <dgm:pt modelId="{EA9A9104-C746-41AF-A95D-AD4B6B737AB0}" type="pres">
      <dgm:prSet presAssocID="{7BB65A3B-4D45-4A78-A950-635AEEAA977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ABACA43-C3A6-42EE-B417-B557FB57FED9}" type="presOf" srcId="{DE3DD62B-8357-4766-980A-CF5CEB2B36EA}" destId="{89EEA171-86C5-4D14-A823-EA82A5B63F24}" srcOrd="0" destOrd="0" presId="urn:microsoft.com/office/officeart/2018/2/layout/IconVerticalSolidList"/>
    <dgm:cxn modelId="{A73FBFBE-5CD5-46DE-B7DC-45B795BBFE99}" srcId="{AAB2295C-7DBA-41B6-859B-5D14A9103BCA}" destId="{7BB65A3B-4D45-4A78-A950-635AEEAA9775}" srcOrd="1" destOrd="0" parTransId="{02CF3A05-6BA9-45B0-919E-A999CB2C4AC0}" sibTransId="{93AD6B33-E73A-4DD4-9C06-6B7F313C0B9D}"/>
    <dgm:cxn modelId="{2247E2DF-9D42-404B-8294-7048EB2E039A}" type="presOf" srcId="{AAB2295C-7DBA-41B6-859B-5D14A9103BCA}" destId="{B59E4EDC-CA6B-42AA-AA95-17D6E409F206}" srcOrd="0" destOrd="0" presId="urn:microsoft.com/office/officeart/2018/2/layout/IconVerticalSolidList"/>
    <dgm:cxn modelId="{1125FBEB-F414-4FB6-BAC7-02685BFFF1FE}" srcId="{AAB2295C-7DBA-41B6-859B-5D14A9103BCA}" destId="{DE3DD62B-8357-4766-980A-CF5CEB2B36EA}" srcOrd="0" destOrd="0" parTransId="{A78A929B-7B18-4F1F-9FB2-E7C5D7AE99B1}" sibTransId="{DD7DB404-12BD-4780-9D39-5D9C2D243763}"/>
    <dgm:cxn modelId="{086711F5-EF58-402C-9438-4DF3D50A8770}" type="presOf" srcId="{7BB65A3B-4D45-4A78-A950-635AEEAA9775}" destId="{EA9A9104-C746-41AF-A95D-AD4B6B737AB0}" srcOrd="0" destOrd="0" presId="urn:microsoft.com/office/officeart/2018/2/layout/IconVerticalSolidList"/>
    <dgm:cxn modelId="{A5BE4E26-08D3-42C1-969B-F581C7ED58D0}" type="presParOf" srcId="{B59E4EDC-CA6B-42AA-AA95-17D6E409F206}" destId="{0FE784A1-A57B-45B3-BF15-480AF614E055}" srcOrd="0" destOrd="0" presId="urn:microsoft.com/office/officeart/2018/2/layout/IconVerticalSolidList"/>
    <dgm:cxn modelId="{37162840-C77D-420E-91B2-2649703B7586}" type="presParOf" srcId="{0FE784A1-A57B-45B3-BF15-480AF614E055}" destId="{652B28D5-BF23-4D4D-B7F1-4A766D86189C}" srcOrd="0" destOrd="0" presId="urn:microsoft.com/office/officeart/2018/2/layout/IconVerticalSolidList"/>
    <dgm:cxn modelId="{C877743E-A8CE-4744-9467-02872BF78638}" type="presParOf" srcId="{0FE784A1-A57B-45B3-BF15-480AF614E055}" destId="{999CB96A-22B4-4E7F-AD40-D573C9BF437D}" srcOrd="1" destOrd="0" presId="urn:microsoft.com/office/officeart/2018/2/layout/IconVerticalSolidList"/>
    <dgm:cxn modelId="{82E77F51-7984-4132-8B78-3EC693F98382}" type="presParOf" srcId="{0FE784A1-A57B-45B3-BF15-480AF614E055}" destId="{4BEF391B-B963-4A04-B666-BD7B55A771CE}" srcOrd="2" destOrd="0" presId="urn:microsoft.com/office/officeart/2018/2/layout/IconVerticalSolidList"/>
    <dgm:cxn modelId="{0F216F30-27E8-4014-8F2C-7349E15EF59D}" type="presParOf" srcId="{0FE784A1-A57B-45B3-BF15-480AF614E055}" destId="{89EEA171-86C5-4D14-A823-EA82A5B63F24}" srcOrd="3" destOrd="0" presId="urn:microsoft.com/office/officeart/2018/2/layout/IconVerticalSolidList"/>
    <dgm:cxn modelId="{426D748B-669A-46AD-9701-31D3EDBF6E7C}" type="presParOf" srcId="{B59E4EDC-CA6B-42AA-AA95-17D6E409F206}" destId="{2E5D8665-C00F-4C6E-90C6-93F1F141C9A8}" srcOrd="1" destOrd="0" presId="urn:microsoft.com/office/officeart/2018/2/layout/IconVerticalSolidList"/>
    <dgm:cxn modelId="{BCF676BF-7D43-4740-B6A7-DCE01A4F4C2F}" type="presParOf" srcId="{B59E4EDC-CA6B-42AA-AA95-17D6E409F206}" destId="{33CB9FA7-005B-4055-81BE-F024DFCD1CA3}" srcOrd="2" destOrd="0" presId="urn:microsoft.com/office/officeart/2018/2/layout/IconVerticalSolidList"/>
    <dgm:cxn modelId="{CF5BF1FC-6B51-4866-B2A5-C1706BA0B29B}" type="presParOf" srcId="{33CB9FA7-005B-4055-81BE-F024DFCD1CA3}" destId="{5D10B446-A4EC-4F7E-923F-4198C41085DA}" srcOrd="0" destOrd="0" presId="urn:microsoft.com/office/officeart/2018/2/layout/IconVerticalSolidList"/>
    <dgm:cxn modelId="{EAF620BD-4ACB-4BB1-8593-401A41AB0076}" type="presParOf" srcId="{33CB9FA7-005B-4055-81BE-F024DFCD1CA3}" destId="{2C9E7DB1-01FA-4326-845F-1FED5045E985}" srcOrd="1" destOrd="0" presId="urn:microsoft.com/office/officeart/2018/2/layout/IconVerticalSolidList"/>
    <dgm:cxn modelId="{2D4D68B0-F007-466F-BE4C-61D710A74BDF}" type="presParOf" srcId="{33CB9FA7-005B-4055-81BE-F024DFCD1CA3}" destId="{1BE7011A-8EE5-49B3-8C13-21FCA213558B}" srcOrd="2" destOrd="0" presId="urn:microsoft.com/office/officeart/2018/2/layout/IconVerticalSolidList"/>
    <dgm:cxn modelId="{1D310FE8-2512-4D3C-A672-2A48BE1435FD}" type="presParOf" srcId="{33CB9FA7-005B-4055-81BE-F024DFCD1CA3}" destId="{EA9A9104-C746-41AF-A95D-AD4B6B737A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FA428C0-9DEF-4672-896B-3FEF6899E9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695C476E-BF4A-4446-B4EE-6744981E9935}">
      <dgm:prSet/>
      <dgm:spPr/>
      <dgm:t>
        <a:bodyPr/>
        <a:lstStyle/>
        <a:p>
          <a:r>
            <a:rPr lang="en-US"/>
            <a:t>✅ Específico para Dynamics, soporte de Microsoft, adaptable.</a:t>
          </a:r>
        </a:p>
      </dgm:t>
    </dgm:pt>
    <dgm:pt modelId="{95693837-C25A-4522-AEEA-E67C6DAA671D}" type="parTrans" cxnId="{04F95AC0-7763-443E-B304-EF50669AD54F}">
      <dgm:prSet/>
      <dgm:spPr/>
      <dgm:t>
        <a:bodyPr/>
        <a:lstStyle/>
        <a:p>
          <a:endParaRPr lang="en-US"/>
        </a:p>
      </dgm:t>
    </dgm:pt>
    <dgm:pt modelId="{CA41FCC7-242E-46B4-977D-405DDD661C73}" type="sibTrans" cxnId="{04F95AC0-7763-443E-B304-EF50669AD54F}">
      <dgm:prSet/>
      <dgm:spPr/>
      <dgm:t>
        <a:bodyPr/>
        <a:lstStyle/>
        <a:p>
          <a:endParaRPr lang="en-US"/>
        </a:p>
      </dgm:t>
    </dgm:pt>
    <dgm:pt modelId="{922F51B2-4D66-44B3-B3A4-76F5300EB35D}">
      <dgm:prSet/>
      <dgm:spPr/>
      <dgm:t>
        <a:bodyPr/>
        <a:lstStyle/>
        <a:p>
          <a:r>
            <a:rPr lang="en-US"/>
            <a:t>❌ Curva de aprendizaje, limitado fuera del entorno Dynamics.</a:t>
          </a:r>
        </a:p>
      </dgm:t>
    </dgm:pt>
    <dgm:pt modelId="{9A5E7A15-D901-45C8-A9A4-C457D58CD536}" type="parTrans" cxnId="{BBFA239B-DA24-4866-9DC7-9180C65D8CDF}">
      <dgm:prSet/>
      <dgm:spPr/>
      <dgm:t>
        <a:bodyPr/>
        <a:lstStyle/>
        <a:p>
          <a:endParaRPr lang="en-US"/>
        </a:p>
      </dgm:t>
    </dgm:pt>
    <dgm:pt modelId="{C7FBA0E0-65F5-4BF2-8B66-B4959BC012E9}" type="sibTrans" cxnId="{BBFA239B-DA24-4866-9DC7-9180C65D8CDF}">
      <dgm:prSet/>
      <dgm:spPr/>
      <dgm:t>
        <a:bodyPr/>
        <a:lstStyle/>
        <a:p>
          <a:endParaRPr lang="en-US"/>
        </a:p>
      </dgm:t>
    </dgm:pt>
    <dgm:pt modelId="{AC07B3AE-CFDF-4C75-B7CD-40B5FF2E8859}" type="pres">
      <dgm:prSet presAssocID="{3FA428C0-9DEF-4672-896B-3FEF6899E9C8}" presName="root" presStyleCnt="0">
        <dgm:presLayoutVars>
          <dgm:dir/>
          <dgm:resizeHandles val="exact"/>
        </dgm:presLayoutVars>
      </dgm:prSet>
      <dgm:spPr/>
    </dgm:pt>
    <dgm:pt modelId="{514FDB90-23B0-4D0A-973D-98AA531902CF}" type="pres">
      <dgm:prSet presAssocID="{695C476E-BF4A-4446-B4EE-6744981E9935}" presName="compNode" presStyleCnt="0"/>
      <dgm:spPr/>
    </dgm:pt>
    <dgm:pt modelId="{267B4642-9D22-46C5-88EA-420BE6CCA1FD}" type="pres">
      <dgm:prSet presAssocID="{695C476E-BF4A-4446-B4EE-6744981E9935}" presName="bgRect" presStyleLbl="bgShp" presStyleIdx="0" presStyleCnt="2"/>
      <dgm:spPr/>
    </dgm:pt>
    <dgm:pt modelId="{4A75CC50-EFD6-41C3-A7D2-2D9DF4C2C883}" type="pres">
      <dgm:prSet presAssocID="{695C476E-BF4A-4446-B4EE-6744981E993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14F2E0BC-4938-4310-A354-A0AB4FAA88A4}" type="pres">
      <dgm:prSet presAssocID="{695C476E-BF4A-4446-B4EE-6744981E9935}" presName="spaceRect" presStyleCnt="0"/>
      <dgm:spPr/>
    </dgm:pt>
    <dgm:pt modelId="{A821DF82-A543-4272-BF3F-1C41AB40CCB1}" type="pres">
      <dgm:prSet presAssocID="{695C476E-BF4A-4446-B4EE-6744981E9935}" presName="parTx" presStyleLbl="revTx" presStyleIdx="0" presStyleCnt="2">
        <dgm:presLayoutVars>
          <dgm:chMax val="0"/>
          <dgm:chPref val="0"/>
        </dgm:presLayoutVars>
      </dgm:prSet>
      <dgm:spPr/>
    </dgm:pt>
    <dgm:pt modelId="{1BB7F096-1212-470B-A4CD-E687BA8D87F4}" type="pres">
      <dgm:prSet presAssocID="{CA41FCC7-242E-46B4-977D-405DDD661C73}" presName="sibTrans" presStyleCnt="0"/>
      <dgm:spPr/>
    </dgm:pt>
    <dgm:pt modelId="{3E2DB203-E61D-442A-851B-D2B6795FF951}" type="pres">
      <dgm:prSet presAssocID="{922F51B2-4D66-44B3-B3A4-76F5300EB35D}" presName="compNode" presStyleCnt="0"/>
      <dgm:spPr/>
    </dgm:pt>
    <dgm:pt modelId="{D4326D64-6B84-46EF-A064-7501C3C90B7B}" type="pres">
      <dgm:prSet presAssocID="{922F51B2-4D66-44B3-B3A4-76F5300EB35D}" presName="bgRect" presStyleLbl="bgShp" presStyleIdx="1" presStyleCnt="2"/>
      <dgm:spPr/>
    </dgm:pt>
    <dgm:pt modelId="{3C0A9688-C259-400E-9471-4349045DFB18}" type="pres">
      <dgm:prSet presAssocID="{922F51B2-4D66-44B3-B3A4-76F5300EB35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802698EA-6F73-44F3-BE54-2C795FB6FA77}" type="pres">
      <dgm:prSet presAssocID="{922F51B2-4D66-44B3-B3A4-76F5300EB35D}" presName="spaceRect" presStyleCnt="0"/>
      <dgm:spPr/>
    </dgm:pt>
    <dgm:pt modelId="{46F6B19D-5AF6-40E0-81D8-1C6C830F2B07}" type="pres">
      <dgm:prSet presAssocID="{922F51B2-4D66-44B3-B3A4-76F5300EB35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181FC67-2160-40CC-9729-8AF9FA8AA01B}" type="presOf" srcId="{3FA428C0-9DEF-4672-896B-3FEF6899E9C8}" destId="{AC07B3AE-CFDF-4C75-B7CD-40B5FF2E8859}" srcOrd="0" destOrd="0" presId="urn:microsoft.com/office/officeart/2018/2/layout/IconVerticalSolidList"/>
    <dgm:cxn modelId="{BBFA239B-DA24-4866-9DC7-9180C65D8CDF}" srcId="{3FA428C0-9DEF-4672-896B-3FEF6899E9C8}" destId="{922F51B2-4D66-44B3-B3A4-76F5300EB35D}" srcOrd="1" destOrd="0" parTransId="{9A5E7A15-D901-45C8-A9A4-C457D58CD536}" sibTransId="{C7FBA0E0-65F5-4BF2-8B66-B4959BC012E9}"/>
    <dgm:cxn modelId="{6D5463AB-5110-43AE-9CAB-BA23E5D5094E}" type="presOf" srcId="{695C476E-BF4A-4446-B4EE-6744981E9935}" destId="{A821DF82-A543-4272-BF3F-1C41AB40CCB1}" srcOrd="0" destOrd="0" presId="urn:microsoft.com/office/officeart/2018/2/layout/IconVerticalSolidList"/>
    <dgm:cxn modelId="{04F95AC0-7763-443E-B304-EF50669AD54F}" srcId="{3FA428C0-9DEF-4672-896B-3FEF6899E9C8}" destId="{695C476E-BF4A-4446-B4EE-6744981E9935}" srcOrd="0" destOrd="0" parTransId="{95693837-C25A-4522-AEEA-E67C6DAA671D}" sibTransId="{CA41FCC7-242E-46B4-977D-405DDD661C73}"/>
    <dgm:cxn modelId="{9A76F6D7-CF33-428C-8B81-C9AFAF550C9F}" type="presOf" srcId="{922F51B2-4D66-44B3-B3A4-76F5300EB35D}" destId="{46F6B19D-5AF6-40E0-81D8-1C6C830F2B07}" srcOrd="0" destOrd="0" presId="urn:microsoft.com/office/officeart/2018/2/layout/IconVerticalSolidList"/>
    <dgm:cxn modelId="{A7E377F9-F66C-4F4E-AEC6-D36292A13D37}" type="presParOf" srcId="{AC07B3AE-CFDF-4C75-B7CD-40B5FF2E8859}" destId="{514FDB90-23B0-4D0A-973D-98AA531902CF}" srcOrd="0" destOrd="0" presId="urn:microsoft.com/office/officeart/2018/2/layout/IconVerticalSolidList"/>
    <dgm:cxn modelId="{A7E72015-2A7C-4CAF-BAA5-7251E302068B}" type="presParOf" srcId="{514FDB90-23B0-4D0A-973D-98AA531902CF}" destId="{267B4642-9D22-46C5-88EA-420BE6CCA1FD}" srcOrd="0" destOrd="0" presId="urn:microsoft.com/office/officeart/2018/2/layout/IconVerticalSolidList"/>
    <dgm:cxn modelId="{C9AC1F8F-CCBF-474E-B37C-FB6AB8886111}" type="presParOf" srcId="{514FDB90-23B0-4D0A-973D-98AA531902CF}" destId="{4A75CC50-EFD6-41C3-A7D2-2D9DF4C2C883}" srcOrd="1" destOrd="0" presId="urn:microsoft.com/office/officeart/2018/2/layout/IconVerticalSolidList"/>
    <dgm:cxn modelId="{5D2F82EC-2EB7-4B63-B5F1-A3E3526BE842}" type="presParOf" srcId="{514FDB90-23B0-4D0A-973D-98AA531902CF}" destId="{14F2E0BC-4938-4310-A354-A0AB4FAA88A4}" srcOrd="2" destOrd="0" presId="urn:microsoft.com/office/officeart/2018/2/layout/IconVerticalSolidList"/>
    <dgm:cxn modelId="{BB260922-2876-4F11-ACDB-E127C4EFC304}" type="presParOf" srcId="{514FDB90-23B0-4D0A-973D-98AA531902CF}" destId="{A821DF82-A543-4272-BF3F-1C41AB40CCB1}" srcOrd="3" destOrd="0" presId="urn:microsoft.com/office/officeart/2018/2/layout/IconVerticalSolidList"/>
    <dgm:cxn modelId="{F2410A34-6DBE-490E-8C0B-0C4DCEBB1A90}" type="presParOf" srcId="{AC07B3AE-CFDF-4C75-B7CD-40B5FF2E8859}" destId="{1BB7F096-1212-470B-A4CD-E687BA8D87F4}" srcOrd="1" destOrd="0" presId="urn:microsoft.com/office/officeart/2018/2/layout/IconVerticalSolidList"/>
    <dgm:cxn modelId="{33AD3E92-C755-4214-B82C-DBF1CFC0FFD8}" type="presParOf" srcId="{AC07B3AE-CFDF-4C75-B7CD-40B5FF2E8859}" destId="{3E2DB203-E61D-442A-851B-D2B6795FF951}" srcOrd="2" destOrd="0" presId="urn:microsoft.com/office/officeart/2018/2/layout/IconVerticalSolidList"/>
    <dgm:cxn modelId="{3293A1B6-A367-4973-959C-83257CD2A408}" type="presParOf" srcId="{3E2DB203-E61D-442A-851B-D2B6795FF951}" destId="{D4326D64-6B84-46EF-A064-7501C3C90B7B}" srcOrd="0" destOrd="0" presId="urn:microsoft.com/office/officeart/2018/2/layout/IconVerticalSolidList"/>
    <dgm:cxn modelId="{BE22DFD2-7BC2-418B-AD3D-BBF75466B1C2}" type="presParOf" srcId="{3E2DB203-E61D-442A-851B-D2B6795FF951}" destId="{3C0A9688-C259-400E-9471-4349045DFB18}" srcOrd="1" destOrd="0" presId="urn:microsoft.com/office/officeart/2018/2/layout/IconVerticalSolidList"/>
    <dgm:cxn modelId="{F50F4FBF-FB7E-491A-B836-3E66D1146A24}" type="presParOf" srcId="{3E2DB203-E61D-442A-851B-D2B6795FF951}" destId="{802698EA-6F73-44F3-BE54-2C795FB6FA77}" srcOrd="2" destOrd="0" presId="urn:microsoft.com/office/officeart/2018/2/layout/IconVerticalSolidList"/>
    <dgm:cxn modelId="{C13EF279-90C7-4EB9-9D57-E79A2B0D0824}" type="presParOf" srcId="{3E2DB203-E61D-442A-851B-D2B6795FF951}" destId="{46F6B19D-5AF6-40E0-81D8-1C6C830F2B0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9D12E1D-7063-4099-9D1F-2C09EE00460D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21B77A73-E3A4-4AE5-88CD-2CCB0CD202EE}">
      <dgm:prSet/>
      <dgm:spPr/>
      <dgm:t>
        <a:bodyPr/>
        <a:lstStyle/>
        <a:p>
          <a:r>
            <a:rPr lang="en-US"/>
            <a:t>Waterfall: Secuencial, poca flexibilidad, documentación extensa.</a:t>
          </a:r>
        </a:p>
      </dgm:t>
    </dgm:pt>
    <dgm:pt modelId="{86D039D0-D423-4E9B-8DFD-F12E5AD05217}" type="parTrans" cxnId="{C0509939-4BAC-4E8D-A3D6-00E20496EC9B}">
      <dgm:prSet/>
      <dgm:spPr/>
      <dgm:t>
        <a:bodyPr/>
        <a:lstStyle/>
        <a:p>
          <a:endParaRPr lang="en-US"/>
        </a:p>
      </dgm:t>
    </dgm:pt>
    <dgm:pt modelId="{C0E5E100-438C-47C1-8174-3526BD59CAFA}" type="sibTrans" cxnId="{C0509939-4BAC-4E8D-A3D6-00E20496EC9B}">
      <dgm:prSet/>
      <dgm:spPr/>
      <dgm:t>
        <a:bodyPr/>
        <a:lstStyle/>
        <a:p>
          <a:endParaRPr lang="en-US"/>
        </a:p>
      </dgm:t>
    </dgm:pt>
    <dgm:pt modelId="{3B7957D5-BE9F-46D9-953B-8C4E5969ADF7}">
      <dgm:prSet/>
      <dgm:spPr/>
      <dgm:t>
        <a:bodyPr/>
        <a:lstStyle/>
        <a:p>
          <a:r>
            <a:rPr lang="en-US"/>
            <a:t>Agile: Iterativo, alta adaptabilidad, comunicación constante.</a:t>
          </a:r>
        </a:p>
      </dgm:t>
    </dgm:pt>
    <dgm:pt modelId="{02BF0089-526C-4893-A5A4-EC1AAB26E2D5}" type="parTrans" cxnId="{935FAD64-76C9-4635-9374-5961E0711721}">
      <dgm:prSet/>
      <dgm:spPr/>
      <dgm:t>
        <a:bodyPr/>
        <a:lstStyle/>
        <a:p>
          <a:endParaRPr lang="en-US"/>
        </a:p>
      </dgm:t>
    </dgm:pt>
    <dgm:pt modelId="{B363E535-3E15-4732-A721-6ECEDEDD2574}" type="sibTrans" cxnId="{935FAD64-76C9-4635-9374-5961E0711721}">
      <dgm:prSet/>
      <dgm:spPr/>
      <dgm:t>
        <a:bodyPr/>
        <a:lstStyle/>
        <a:p>
          <a:endParaRPr lang="en-US"/>
        </a:p>
      </dgm:t>
    </dgm:pt>
    <dgm:pt modelId="{9BF91C8B-8E17-41B1-BADA-E98F9871B768}">
      <dgm:prSet/>
      <dgm:spPr/>
      <dgm:t>
        <a:bodyPr/>
        <a:lstStyle/>
        <a:p>
          <a:r>
            <a:rPr lang="en-US"/>
            <a:t>Sure Step: Híbrido, adaptable, orientado a soluciones Microsoft.</a:t>
          </a:r>
        </a:p>
      </dgm:t>
    </dgm:pt>
    <dgm:pt modelId="{3F403E09-420C-4863-8482-F9615AAA95C3}" type="parTrans" cxnId="{0CB4284C-1403-477B-AB9E-968212A3C972}">
      <dgm:prSet/>
      <dgm:spPr/>
      <dgm:t>
        <a:bodyPr/>
        <a:lstStyle/>
        <a:p>
          <a:endParaRPr lang="en-US"/>
        </a:p>
      </dgm:t>
    </dgm:pt>
    <dgm:pt modelId="{A9320BA7-5AD7-4B7D-A049-591F48D80A48}" type="sibTrans" cxnId="{0CB4284C-1403-477B-AB9E-968212A3C972}">
      <dgm:prSet/>
      <dgm:spPr/>
      <dgm:t>
        <a:bodyPr/>
        <a:lstStyle/>
        <a:p>
          <a:endParaRPr lang="en-US"/>
        </a:p>
      </dgm:t>
    </dgm:pt>
    <dgm:pt modelId="{DC47F718-B65A-4C2C-A450-5CA280F6825C}" type="pres">
      <dgm:prSet presAssocID="{B9D12E1D-7063-4099-9D1F-2C09EE00460D}" presName="vert0" presStyleCnt="0">
        <dgm:presLayoutVars>
          <dgm:dir/>
          <dgm:animOne val="branch"/>
          <dgm:animLvl val="lvl"/>
        </dgm:presLayoutVars>
      </dgm:prSet>
      <dgm:spPr/>
    </dgm:pt>
    <dgm:pt modelId="{2752321D-F589-4803-832D-44931778DCED}" type="pres">
      <dgm:prSet presAssocID="{21B77A73-E3A4-4AE5-88CD-2CCB0CD202EE}" presName="thickLine" presStyleLbl="alignNode1" presStyleIdx="0" presStyleCnt="3"/>
      <dgm:spPr/>
    </dgm:pt>
    <dgm:pt modelId="{BCA3090B-C28E-46D4-B4DF-525C6968CC12}" type="pres">
      <dgm:prSet presAssocID="{21B77A73-E3A4-4AE5-88CD-2CCB0CD202EE}" presName="horz1" presStyleCnt="0"/>
      <dgm:spPr/>
    </dgm:pt>
    <dgm:pt modelId="{05CFFB1C-6BEF-4F09-AFEC-5EAF287FE452}" type="pres">
      <dgm:prSet presAssocID="{21B77A73-E3A4-4AE5-88CD-2CCB0CD202EE}" presName="tx1" presStyleLbl="revTx" presStyleIdx="0" presStyleCnt="3"/>
      <dgm:spPr/>
    </dgm:pt>
    <dgm:pt modelId="{2364EF3F-9D53-41DD-B0C6-0A7301897FE1}" type="pres">
      <dgm:prSet presAssocID="{21B77A73-E3A4-4AE5-88CD-2CCB0CD202EE}" presName="vert1" presStyleCnt="0"/>
      <dgm:spPr/>
    </dgm:pt>
    <dgm:pt modelId="{F61895EC-5B73-4577-A1CD-535E5756FF1B}" type="pres">
      <dgm:prSet presAssocID="{3B7957D5-BE9F-46D9-953B-8C4E5969ADF7}" presName="thickLine" presStyleLbl="alignNode1" presStyleIdx="1" presStyleCnt="3"/>
      <dgm:spPr/>
    </dgm:pt>
    <dgm:pt modelId="{17054B94-401F-4CA1-B2FA-B895BFC0BB25}" type="pres">
      <dgm:prSet presAssocID="{3B7957D5-BE9F-46D9-953B-8C4E5969ADF7}" presName="horz1" presStyleCnt="0"/>
      <dgm:spPr/>
    </dgm:pt>
    <dgm:pt modelId="{8FEB0EBA-ACD5-4415-972D-C431D7B67019}" type="pres">
      <dgm:prSet presAssocID="{3B7957D5-BE9F-46D9-953B-8C4E5969ADF7}" presName="tx1" presStyleLbl="revTx" presStyleIdx="1" presStyleCnt="3"/>
      <dgm:spPr/>
    </dgm:pt>
    <dgm:pt modelId="{458D12B7-1AC8-491C-8F88-EB800A633D8F}" type="pres">
      <dgm:prSet presAssocID="{3B7957D5-BE9F-46D9-953B-8C4E5969ADF7}" presName="vert1" presStyleCnt="0"/>
      <dgm:spPr/>
    </dgm:pt>
    <dgm:pt modelId="{77E09920-564D-4F32-94F8-0B692BD16FA9}" type="pres">
      <dgm:prSet presAssocID="{9BF91C8B-8E17-41B1-BADA-E98F9871B768}" presName="thickLine" presStyleLbl="alignNode1" presStyleIdx="2" presStyleCnt="3"/>
      <dgm:spPr/>
    </dgm:pt>
    <dgm:pt modelId="{08AA53CE-B571-47C0-AAD3-783C3FDA2B2B}" type="pres">
      <dgm:prSet presAssocID="{9BF91C8B-8E17-41B1-BADA-E98F9871B768}" presName="horz1" presStyleCnt="0"/>
      <dgm:spPr/>
    </dgm:pt>
    <dgm:pt modelId="{2BBB273D-EB29-47C1-B21B-643296ED47F0}" type="pres">
      <dgm:prSet presAssocID="{9BF91C8B-8E17-41B1-BADA-E98F9871B768}" presName="tx1" presStyleLbl="revTx" presStyleIdx="2" presStyleCnt="3"/>
      <dgm:spPr/>
    </dgm:pt>
    <dgm:pt modelId="{D6AD9B71-4C51-4771-AB43-6AF15294C15B}" type="pres">
      <dgm:prSet presAssocID="{9BF91C8B-8E17-41B1-BADA-E98F9871B768}" presName="vert1" presStyleCnt="0"/>
      <dgm:spPr/>
    </dgm:pt>
  </dgm:ptLst>
  <dgm:cxnLst>
    <dgm:cxn modelId="{40BE9402-4767-41D3-B868-2BB80D9BA4F8}" type="presOf" srcId="{3B7957D5-BE9F-46D9-953B-8C4E5969ADF7}" destId="{8FEB0EBA-ACD5-4415-972D-C431D7B67019}" srcOrd="0" destOrd="0" presId="urn:microsoft.com/office/officeart/2008/layout/LinedList"/>
    <dgm:cxn modelId="{C0509939-4BAC-4E8D-A3D6-00E20496EC9B}" srcId="{B9D12E1D-7063-4099-9D1F-2C09EE00460D}" destId="{21B77A73-E3A4-4AE5-88CD-2CCB0CD202EE}" srcOrd="0" destOrd="0" parTransId="{86D039D0-D423-4E9B-8DFD-F12E5AD05217}" sibTransId="{C0E5E100-438C-47C1-8174-3526BD59CAFA}"/>
    <dgm:cxn modelId="{935FAD64-76C9-4635-9374-5961E0711721}" srcId="{B9D12E1D-7063-4099-9D1F-2C09EE00460D}" destId="{3B7957D5-BE9F-46D9-953B-8C4E5969ADF7}" srcOrd="1" destOrd="0" parTransId="{02BF0089-526C-4893-A5A4-EC1AAB26E2D5}" sibTransId="{B363E535-3E15-4732-A721-6ECEDEDD2574}"/>
    <dgm:cxn modelId="{D7DEA46A-0324-490D-AD73-13BEC08FB133}" type="presOf" srcId="{9BF91C8B-8E17-41B1-BADA-E98F9871B768}" destId="{2BBB273D-EB29-47C1-B21B-643296ED47F0}" srcOrd="0" destOrd="0" presId="urn:microsoft.com/office/officeart/2008/layout/LinedList"/>
    <dgm:cxn modelId="{0CB4284C-1403-477B-AB9E-968212A3C972}" srcId="{B9D12E1D-7063-4099-9D1F-2C09EE00460D}" destId="{9BF91C8B-8E17-41B1-BADA-E98F9871B768}" srcOrd="2" destOrd="0" parTransId="{3F403E09-420C-4863-8482-F9615AAA95C3}" sibTransId="{A9320BA7-5AD7-4B7D-A049-591F48D80A48}"/>
    <dgm:cxn modelId="{E2E52AA8-F3DB-4A04-8F4D-F1731FEBF2D4}" type="presOf" srcId="{B9D12E1D-7063-4099-9D1F-2C09EE00460D}" destId="{DC47F718-B65A-4C2C-A450-5CA280F6825C}" srcOrd="0" destOrd="0" presId="urn:microsoft.com/office/officeart/2008/layout/LinedList"/>
    <dgm:cxn modelId="{202D08D3-80D7-42E3-AEEF-796415CD7CF5}" type="presOf" srcId="{21B77A73-E3A4-4AE5-88CD-2CCB0CD202EE}" destId="{05CFFB1C-6BEF-4F09-AFEC-5EAF287FE452}" srcOrd="0" destOrd="0" presId="urn:microsoft.com/office/officeart/2008/layout/LinedList"/>
    <dgm:cxn modelId="{CDE5F997-71DA-4262-B636-2D990653E75F}" type="presParOf" srcId="{DC47F718-B65A-4C2C-A450-5CA280F6825C}" destId="{2752321D-F589-4803-832D-44931778DCED}" srcOrd="0" destOrd="0" presId="urn:microsoft.com/office/officeart/2008/layout/LinedList"/>
    <dgm:cxn modelId="{74D1B7C4-4D8B-43D3-9E43-F53B0A1FC9EA}" type="presParOf" srcId="{DC47F718-B65A-4C2C-A450-5CA280F6825C}" destId="{BCA3090B-C28E-46D4-B4DF-525C6968CC12}" srcOrd="1" destOrd="0" presId="urn:microsoft.com/office/officeart/2008/layout/LinedList"/>
    <dgm:cxn modelId="{60D02328-8167-441C-9E9A-E94EBB723ACC}" type="presParOf" srcId="{BCA3090B-C28E-46D4-B4DF-525C6968CC12}" destId="{05CFFB1C-6BEF-4F09-AFEC-5EAF287FE452}" srcOrd="0" destOrd="0" presId="urn:microsoft.com/office/officeart/2008/layout/LinedList"/>
    <dgm:cxn modelId="{B0172168-B968-47AB-A90B-DE763B49BF6C}" type="presParOf" srcId="{BCA3090B-C28E-46D4-B4DF-525C6968CC12}" destId="{2364EF3F-9D53-41DD-B0C6-0A7301897FE1}" srcOrd="1" destOrd="0" presId="urn:microsoft.com/office/officeart/2008/layout/LinedList"/>
    <dgm:cxn modelId="{D1B3B102-D60E-4666-958E-6C58DCD1892B}" type="presParOf" srcId="{DC47F718-B65A-4C2C-A450-5CA280F6825C}" destId="{F61895EC-5B73-4577-A1CD-535E5756FF1B}" srcOrd="2" destOrd="0" presId="urn:microsoft.com/office/officeart/2008/layout/LinedList"/>
    <dgm:cxn modelId="{48EEC436-DCD3-4B87-9BE7-5985D2CED8D4}" type="presParOf" srcId="{DC47F718-B65A-4C2C-A450-5CA280F6825C}" destId="{17054B94-401F-4CA1-B2FA-B895BFC0BB25}" srcOrd="3" destOrd="0" presId="urn:microsoft.com/office/officeart/2008/layout/LinedList"/>
    <dgm:cxn modelId="{9D2713CA-490D-4184-926F-CDE414D45EA5}" type="presParOf" srcId="{17054B94-401F-4CA1-B2FA-B895BFC0BB25}" destId="{8FEB0EBA-ACD5-4415-972D-C431D7B67019}" srcOrd="0" destOrd="0" presId="urn:microsoft.com/office/officeart/2008/layout/LinedList"/>
    <dgm:cxn modelId="{0A594D9D-7F3E-4BEF-8910-DA8BA22257AE}" type="presParOf" srcId="{17054B94-401F-4CA1-B2FA-B895BFC0BB25}" destId="{458D12B7-1AC8-491C-8F88-EB800A633D8F}" srcOrd="1" destOrd="0" presId="urn:microsoft.com/office/officeart/2008/layout/LinedList"/>
    <dgm:cxn modelId="{9A291D61-EA35-4A70-878B-88F78FCE2104}" type="presParOf" srcId="{DC47F718-B65A-4C2C-A450-5CA280F6825C}" destId="{77E09920-564D-4F32-94F8-0B692BD16FA9}" srcOrd="4" destOrd="0" presId="urn:microsoft.com/office/officeart/2008/layout/LinedList"/>
    <dgm:cxn modelId="{5BA426E2-608C-483F-961D-4CDC5DE37FE5}" type="presParOf" srcId="{DC47F718-B65A-4C2C-A450-5CA280F6825C}" destId="{08AA53CE-B571-47C0-AAD3-783C3FDA2B2B}" srcOrd="5" destOrd="0" presId="urn:microsoft.com/office/officeart/2008/layout/LinedList"/>
    <dgm:cxn modelId="{E169EC2A-8653-4D44-A554-8F521733CF07}" type="presParOf" srcId="{08AA53CE-B571-47C0-AAD3-783C3FDA2B2B}" destId="{2BBB273D-EB29-47C1-B21B-643296ED47F0}" srcOrd="0" destOrd="0" presId="urn:microsoft.com/office/officeart/2008/layout/LinedList"/>
    <dgm:cxn modelId="{D1025BF2-89CC-4367-9041-5FE7937FFA3C}" type="presParOf" srcId="{08AA53CE-B571-47C0-AAD3-783C3FDA2B2B}" destId="{D6AD9B71-4C51-4771-AB43-6AF15294C15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C0501D5-CC57-4E2F-B54C-A97495750CC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2CD75F44-D689-463C-94AE-6631AD5F100C}">
      <dgm:prSet/>
      <dgm:spPr/>
      <dgm:t>
        <a:bodyPr/>
        <a:lstStyle/>
        <a:p>
          <a:r>
            <a:rPr lang="en-US"/>
            <a:t>La elección del modelo depende del tipo de proyecto y contexto.</a:t>
          </a:r>
        </a:p>
      </dgm:t>
    </dgm:pt>
    <dgm:pt modelId="{980B1D60-FBC8-4702-94F1-645198B2C37A}" type="parTrans" cxnId="{84FEC8A7-A5D3-4CFE-8D6D-8834BD89AF19}">
      <dgm:prSet/>
      <dgm:spPr/>
      <dgm:t>
        <a:bodyPr/>
        <a:lstStyle/>
        <a:p>
          <a:endParaRPr lang="en-US"/>
        </a:p>
      </dgm:t>
    </dgm:pt>
    <dgm:pt modelId="{086BEE09-4134-46ED-8C32-2ED112017AA7}" type="sibTrans" cxnId="{84FEC8A7-A5D3-4CFE-8D6D-8834BD89AF19}">
      <dgm:prSet/>
      <dgm:spPr/>
      <dgm:t>
        <a:bodyPr/>
        <a:lstStyle/>
        <a:p>
          <a:endParaRPr lang="en-US"/>
        </a:p>
      </dgm:t>
    </dgm:pt>
    <dgm:pt modelId="{FF9AF666-B859-4DBD-B0E3-CD6E7B7123FD}">
      <dgm:prSet/>
      <dgm:spPr/>
      <dgm:t>
        <a:bodyPr/>
        <a:lstStyle/>
        <a:p>
          <a:r>
            <a:rPr lang="en-US"/>
            <a:t>Waterfall: útil para proyectos estructurados y predecibles.</a:t>
          </a:r>
        </a:p>
      </dgm:t>
    </dgm:pt>
    <dgm:pt modelId="{15051005-A25D-4CFE-93A3-039C0D691D90}" type="parTrans" cxnId="{8970C70C-EAA7-42A1-BC31-8F4C9B4EFBD9}">
      <dgm:prSet/>
      <dgm:spPr/>
      <dgm:t>
        <a:bodyPr/>
        <a:lstStyle/>
        <a:p>
          <a:endParaRPr lang="en-US"/>
        </a:p>
      </dgm:t>
    </dgm:pt>
    <dgm:pt modelId="{80D15FD9-A62F-476E-933B-14FF3BC9DB6D}" type="sibTrans" cxnId="{8970C70C-EAA7-42A1-BC31-8F4C9B4EFBD9}">
      <dgm:prSet/>
      <dgm:spPr/>
      <dgm:t>
        <a:bodyPr/>
        <a:lstStyle/>
        <a:p>
          <a:endParaRPr lang="en-US"/>
        </a:p>
      </dgm:t>
    </dgm:pt>
    <dgm:pt modelId="{EEFFB8AD-4434-4396-9D66-3C8D5CAEB870}">
      <dgm:prSet/>
      <dgm:spPr/>
      <dgm:t>
        <a:bodyPr/>
        <a:lstStyle/>
        <a:p>
          <a:r>
            <a:rPr lang="en-US"/>
            <a:t>Agile: ideal en entornos dinámicos con cambios constantes.</a:t>
          </a:r>
        </a:p>
      </dgm:t>
    </dgm:pt>
    <dgm:pt modelId="{409A38DB-2E03-4A12-843A-B8D5F1B3F935}" type="parTrans" cxnId="{82402591-9726-44D4-ACE9-38C3955C0CE8}">
      <dgm:prSet/>
      <dgm:spPr/>
      <dgm:t>
        <a:bodyPr/>
        <a:lstStyle/>
        <a:p>
          <a:endParaRPr lang="en-US"/>
        </a:p>
      </dgm:t>
    </dgm:pt>
    <dgm:pt modelId="{2B267CDB-D465-4AEE-BBB7-8C1E02751DA0}" type="sibTrans" cxnId="{82402591-9726-44D4-ACE9-38C3955C0CE8}">
      <dgm:prSet/>
      <dgm:spPr/>
      <dgm:t>
        <a:bodyPr/>
        <a:lstStyle/>
        <a:p>
          <a:endParaRPr lang="en-US"/>
        </a:p>
      </dgm:t>
    </dgm:pt>
    <dgm:pt modelId="{4036341A-A817-4DB0-AF7A-A7749C0482EA}">
      <dgm:prSet/>
      <dgm:spPr/>
      <dgm:t>
        <a:bodyPr/>
        <a:lstStyle/>
        <a:p>
          <a:r>
            <a:rPr lang="en-US"/>
            <a:t>Sure Step: óptimo para soluciones empresariales Dynamics.</a:t>
          </a:r>
        </a:p>
      </dgm:t>
    </dgm:pt>
    <dgm:pt modelId="{B212E839-E2AB-410F-83C2-644999AED234}" type="parTrans" cxnId="{8D827F08-3AD7-4DC5-9772-74EF73239CC0}">
      <dgm:prSet/>
      <dgm:spPr/>
      <dgm:t>
        <a:bodyPr/>
        <a:lstStyle/>
        <a:p>
          <a:endParaRPr lang="en-US"/>
        </a:p>
      </dgm:t>
    </dgm:pt>
    <dgm:pt modelId="{73A51F01-FF97-4A5B-BA68-1E8EB2908365}" type="sibTrans" cxnId="{8D827F08-3AD7-4DC5-9772-74EF73239CC0}">
      <dgm:prSet/>
      <dgm:spPr/>
      <dgm:t>
        <a:bodyPr/>
        <a:lstStyle/>
        <a:p>
          <a:endParaRPr lang="en-US"/>
        </a:p>
      </dgm:t>
    </dgm:pt>
    <dgm:pt modelId="{AB6720BA-699F-41C3-8343-13247E70A138}" type="pres">
      <dgm:prSet presAssocID="{9C0501D5-CC57-4E2F-B54C-A97495750CC3}" presName="vert0" presStyleCnt="0">
        <dgm:presLayoutVars>
          <dgm:dir/>
          <dgm:animOne val="branch"/>
          <dgm:animLvl val="lvl"/>
        </dgm:presLayoutVars>
      </dgm:prSet>
      <dgm:spPr/>
    </dgm:pt>
    <dgm:pt modelId="{416E322D-96E8-4CCD-A04F-29AC151E8FEF}" type="pres">
      <dgm:prSet presAssocID="{2CD75F44-D689-463C-94AE-6631AD5F100C}" presName="thickLine" presStyleLbl="alignNode1" presStyleIdx="0" presStyleCnt="4"/>
      <dgm:spPr/>
    </dgm:pt>
    <dgm:pt modelId="{366B1329-61F9-40D0-AE23-6C91ECFCF6B3}" type="pres">
      <dgm:prSet presAssocID="{2CD75F44-D689-463C-94AE-6631AD5F100C}" presName="horz1" presStyleCnt="0"/>
      <dgm:spPr/>
    </dgm:pt>
    <dgm:pt modelId="{998023FE-D9ED-4F34-86C6-14CF73A5FAD2}" type="pres">
      <dgm:prSet presAssocID="{2CD75F44-D689-463C-94AE-6631AD5F100C}" presName="tx1" presStyleLbl="revTx" presStyleIdx="0" presStyleCnt="4"/>
      <dgm:spPr/>
    </dgm:pt>
    <dgm:pt modelId="{AF195DE4-02CD-4E85-8873-322E09D06E84}" type="pres">
      <dgm:prSet presAssocID="{2CD75F44-D689-463C-94AE-6631AD5F100C}" presName="vert1" presStyleCnt="0"/>
      <dgm:spPr/>
    </dgm:pt>
    <dgm:pt modelId="{20EAFDF5-6DC6-4107-80B8-7804433A001B}" type="pres">
      <dgm:prSet presAssocID="{FF9AF666-B859-4DBD-B0E3-CD6E7B7123FD}" presName="thickLine" presStyleLbl="alignNode1" presStyleIdx="1" presStyleCnt="4"/>
      <dgm:spPr/>
    </dgm:pt>
    <dgm:pt modelId="{7DFFE0AE-8E1D-44A5-8266-FEA13945FFE3}" type="pres">
      <dgm:prSet presAssocID="{FF9AF666-B859-4DBD-B0E3-CD6E7B7123FD}" presName="horz1" presStyleCnt="0"/>
      <dgm:spPr/>
    </dgm:pt>
    <dgm:pt modelId="{CC50A1E2-E465-4EE1-8767-6C3BFA23E60C}" type="pres">
      <dgm:prSet presAssocID="{FF9AF666-B859-4DBD-B0E3-CD6E7B7123FD}" presName="tx1" presStyleLbl="revTx" presStyleIdx="1" presStyleCnt="4"/>
      <dgm:spPr/>
    </dgm:pt>
    <dgm:pt modelId="{2B9A0545-6F1B-420D-8D3D-B4B3F0D4B122}" type="pres">
      <dgm:prSet presAssocID="{FF9AF666-B859-4DBD-B0E3-CD6E7B7123FD}" presName="vert1" presStyleCnt="0"/>
      <dgm:spPr/>
    </dgm:pt>
    <dgm:pt modelId="{62C4D14B-04C4-4819-91BB-EE5D6BDFB931}" type="pres">
      <dgm:prSet presAssocID="{EEFFB8AD-4434-4396-9D66-3C8D5CAEB870}" presName="thickLine" presStyleLbl="alignNode1" presStyleIdx="2" presStyleCnt="4"/>
      <dgm:spPr/>
    </dgm:pt>
    <dgm:pt modelId="{FB20912D-3C51-4BE3-ABAB-AB1A238E1B21}" type="pres">
      <dgm:prSet presAssocID="{EEFFB8AD-4434-4396-9D66-3C8D5CAEB870}" presName="horz1" presStyleCnt="0"/>
      <dgm:spPr/>
    </dgm:pt>
    <dgm:pt modelId="{EEC4CD72-4D09-4785-BB67-7405CCEE09DE}" type="pres">
      <dgm:prSet presAssocID="{EEFFB8AD-4434-4396-9D66-3C8D5CAEB870}" presName="tx1" presStyleLbl="revTx" presStyleIdx="2" presStyleCnt="4"/>
      <dgm:spPr/>
    </dgm:pt>
    <dgm:pt modelId="{0A058795-CCBE-4F2F-B1D5-802F81CE6FDD}" type="pres">
      <dgm:prSet presAssocID="{EEFFB8AD-4434-4396-9D66-3C8D5CAEB870}" presName="vert1" presStyleCnt="0"/>
      <dgm:spPr/>
    </dgm:pt>
    <dgm:pt modelId="{02D372BF-84E2-4088-8CF4-5DDB0533231E}" type="pres">
      <dgm:prSet presAssocID="{4036341A-A817-4DB0-AF7A-A7749C0482EA}" presName="thickLine" presStyleLbl="alignNode1" presStyleIdx="3" presStyleCnt="4"/>
      <dgm:spPr/>
    </dgm:pt>
    <dgm:pt modelId="{0733C7E7-84CD-4142-9F0C-EBC971B7A8CC}" type="pres">
      <dgm:prSet presAssocID="{4036341A-A817-4DB0-AF7A-A7749C0482EA}" presName="horz1" presStyleCnt="0"/>
      <dgm:spPr/>
    </dgm:pt>
    <dgm:pt modelId="{1695F0F6-D51B-4056-BC43-F34054AA5103}" type="pres">
      <dgm:prSet presAssocID="{4036341A-A817-4DB0-AF7A-A7749C0482EA}" presName="tx1" presStyleLbl="revTx" presStyleIdx="3" presStyleCnt="4"/>
      <dgm:spPr/>
    </dgm:pt>
    <dgm:pt modelId="{F1E96D41-9931-490F-AD32-EF2FA4EB089F}" type="pres">
      <dgm:prSet presAssocID="{4036341A-A817-4DB0-AF7A-A7749C0482EA}" presName="vert1" presStyleCnt="0"/>
      <dgm:spPr/>
    </dgm:pt>
  </dgm:ptLst>
  <dgm:cxnLst>
    <dgm:cxn modelId="{B9521100-04EF-49EC-BED4-4521DF6F3157}" type="presOf" srcId="{4036341A-A817-4DB0-AF7A-A7749C0482EA}" destId="{1695F0F6-D51B-4056-BC43-F34054AA5103}" srcOrd="0" destOrd="0" presId="urn:microsoft.com/office/officeart/2008/layout/LinedList"/>
    <dgm:cxn modelId="{8D827F08-3AD7-4DC5-9772-74EF73239CC0}" srcId="{9C0501D5-CC57-4E2F-B54C-A97495750CC3}" destId="{4036341A-A817-4DB0-AF7A-A7749C0482EA}" srcOrd="3" destOrd="0" parTransId="{B212E839-E2AB-410F-83C2-644999AED234}" sibTransId="{73A51F01-FF97-4A5B-BA68-1E8EB2908365}"/>
    <dgm:cxn modelId="{8970C70C-EAA7-42A1-BC31-8F4C9B4EFBD9}" srcId="{9C0501D5-CC57-4E2F-B54C-A97495750CC3}" destId="{FF9AF666-B859-4DBD-B0E3-CD6E7B7123FD}" srcOrd="1" destOrd="0" parTransId="{15051005-A25D-4CFE-93A3-039C0D691D90}" sibTransId="{80D15FD9-A62F-476E-933B-14FF3BC9DB6D}"/>
    <dgm:cxn modelId="{5D091881-9BCA-42BE-8830-10B92A260ABA}" type="presOf" srcId="{FF9AF666-B859-4DBD-B0E3-CD6E7B7123FD}" destId="{CC50A1E2-E465-4EE1-8767-6C3BFA23E60C}" srcOrd="0" destOrd="0" presId="urn:microsoft.com/office/officeart/2008/layout/LinedList"/>
    <dgm:cxn modelId="{82402591-9726-44D4-ACE9-38C3955C0CE8}" srcId="{9C0501D5-CC57-4E2F-B54C-A97495750CC3}" destId="{EEFFB8AD-4434-4396-9D66-3C8D5CAEB870}" srcOrd="2" destOrd="0" parTransId="{409A38DB-2E03-4A12-843A-B8D5F1B3F935}" sibTransId="{2B267CDB-D465-4AEE-BBB7-8C1E02751DA0}"/>
    <dgm:cxn modelId="{92B96A94-A753-43D9-B972-14E817C30A99}" type="presOf" srcId="{2CD75F44-D689-463C-94AE-6631AD5F100C}" destId="{998023FE-D9ED-4F34-86C6-14CF73A5FAD2}" srcOrd="0" destOrd="0" presId="urn:microsoft.com/office/officeart/2008/layout/LinedList"/>
    <dgm:cxn modelId="{84FEC8A7-A5D3-4CFE-8D6D-8834BD89AF19}" srcId="{9C0501D5-CC57-4E2F-B54C-A97495750CC3}" destId="{2CD75F44-D689-463C-94AE-6631AD5F100C}" srcOrd="0" destOrd="0" parTransId="{980B1D60-FBC8-4702-94F1-645198B2C37A}" sibTransId="{086BEE09-4134-46ED-8C32-2ED112017AA7}"/>
    <dgm:cxn modelId="{281015BF-5360-405B-AF99-F2C263A61A14}" type="presOf" srcId="{EEFFB8AD-4434-4396-9D66-3C8D5CAEB870}" destId="{EEC4CD72-4D09-4785-BB67-7405CCEE09DE}" srcOrd="0" destOrd="0" presId="urn:microsoft.com/office/officeart/2008/layout/LinedList"/>
    <dgm:cxn modelId="{454DA1FF-DE54-4C27-A679-1D62647076FE}" type="presOf" srcId="{9C0501D5-CC57-4E2F-B54C-A97495750CC3}" destId="{AB6720BA-699F-41C3-8343-13247E70A138}" srcOrd="0" destOrd="0" presId="urn:microsoft.com/office/officeart/2008/layout/LinedList"/>
    <dgm:cxn modelId="{55C7C063-228E-4595-95EE-1F1254D03815}" type="presParOf" srcId="{AB6720BA-699F-41C3-8343-13247E70A138}" destId="{416E322D-96E8-4CCD-A04F-29AC151E8FEF}" srcOrd="0" destOrd="0" presId="urn:microsoft.com/office/officeart/2008/layout/LinedList"/>
    <dgm:cxn modelId="{9CE0F003-EACF-4C74-A294-D5B77790F1B9}" type="presParOf" srcId="{AB6720BA-699F-41C3-8343-13247E70A138}" destId="{366B1329-61F9-40D0-AE23-6C91ECFCF6B3}" srcOrd="1" destOrd="0" presId="urn:microsoft.com/office/officeart/2008/layout/LinedList"/>
    <dgm:cxn modelId="{2A8AE996-BE46-4C73-ADD9-176F7502977C}" type="presParOf" srcId="{366B1329-61F9-40D0-AE23-6C91ECFCF6B3}" destId="{998023FE-D9ED-4F34-86C6-14CF73A5FAD2}" srcOrd="0" destOrd="0" presId="urn:microsoft.com/office/officeart/2008/layout/LinedList"/>
    <dgm:cxn modelId="{9580977D-55E3-4E0A-8A02-9C9046CE34FD}" type="presParOf" srcId="{366B1329-61F9-40D0-AE23-6C91ECFCF6B3}" destId="{AF195DE4-02CD-4E85-8873-322E09D06E84}" srcOrd="1" destOrd="0" presId="urn:microsoft.com/office/officeart/2008/layout/LinedList"/>
    <dgm:cxn modelId="{F3865004-895F-47E3-B59E-CA8FCC1D3B0D}" type="presParOf" srcId="{AB6720BA-699F-41C3-8343-13247E70A138}" destId="{20EAFDF5-6DC6-4107-80B8-7804433A001B}" srcOrd="2" destOrd="0" presId="urn:microsoft.com/office/officeart/2008/layout/LinedList"/>
    <dgm:cxn modelId="{3DA50E4F-0FFF-4C80-91DD-092E704B4776}" type="presParOf" srcId="{AB6720BA-699F-41C3-8343-13247E70A138}" destId="{7DFFE0AE-8E1D-44A5-8266-FEA13945FFE3}" srcOrd="3" destOrd="0" presId="urn:microsoft.com/office/officeart/2008/layout/LinedList"/>
    <dgm:cxn modelId="{B9672F80-B30C-49D9-88B4-955A188F205A}" type="presParOf" srcId="{7DFFE0AE-8E1D-44A5-8266-FEA13945FFE3}" destId="{CC50A1E2-E465-4EE1-8767-6C3BFA23E60C}" srcOrd="0" destOrd="0" presId="urn:microsoft.com/office/officeart/2008/layout/LinedList"/>
    <dgm:cxn modelId="{3B226BC7-D6D8-4078-B260-345359F5620D}" type="presParOf" srcId="{7DFFE0AE-8E1D-44A5-8266-FEA13945FFE3}" destId="{2B9A0545-6F1B-420D-8D3D-B4B3F0D4B122}" srcOrd="1" destOrd="0" presId="urn:microsoft.com/office/officeart/2008/layout/LinedList"/>
    <dgm:cxn modelId="{8025D8A4-01B9-4E2F-81C8-1AD94685FF73}" type="presParOf" srcId="{AB6720BA-699F-41C3-8343-13247E70A138}" destId="{62C4D14B-04C4-4819-91BB-EE5D6BDFB931}" srcOrd="4" destOrd="0" presId="urn:microsoft.com/office/officeart/2008/layout/LinedList"/>
    <dgm:cxn modelId="{71759E10-4C57-4CE6-9676-D95E80269F07}" type="presParOf" srcId="{AB6720BA-699F-41C3-8343-13247E70A138}" destId="{FB20912D-3C51-4BE3-ABAB-AB1A238E1B21}" srcOrd="5" destOrd="0" presId="urn:microsoft.com/office/officeart/2008/layout/LinedList"/>
    <dgm:cxn modelId="{62FAFDE4-CA9D-4B52-AF09-6130A20664DE}" type="presParOf" srcId="{FB20912D-3C51-4BE3-ABAB-AB1A238E1B21}" destId="{EEC4CD72-4D09-4785-BB67-7405CCEE09DE}" srcOrd="0" destOrd="0" presId="urn:microsoft.com/office/officeart/2008/layout/LinedList"/>
    <dgm:cxn modelId="{194EA248-50FA-48E2-A52C-F53FDA6D2399}" type="presParOf" srcId="{FB20912D-3C51-4BE3-ABAB-AB1A238E1B21}" destId="{0A058795-CCBE-4F2F-B1D5-802F81CE6FDD}" srcOrd="1" destOrd="0" presId="urn:microsoft.com/office/officeart/2008/layout/LinedList"/>
    <dgm:cxn modelId="{EB767B18-007D-4BAD-9ED7-83DDDE453A97}" type="presParOf" srcId="{AB6720BA-699F-41C3-8343-13247E70A138}" destId="{02D372BF-84E2-4088-8CF4-5DDB0533231E}" srcOrd="6" destOrd="0" presId="urn:microsoft.com/office/officeart/2008/layout/LinedList"/>
    <dgm:cxn modelId="{655E964B-5B15-463E-84D1-505C905CEABA}" type="presParOf" srcId="{AB6720BA-699F-41C3-8343-13247E70A138}" destId="{0733C7E7-84CD-4142-9F0C-EBC971B7A8CC}" srcOrd="7" destOrd="0" presId="urn:microsoft.com/office/officeart/2008/layout/LinedList"/>
    <dgm:cxn modelId="{8A5283C3-73E2-4AE3-880B-0AB21C3636CB}" type="presParOf" srcId="{0733C7E7-84CD-4142-9F0C-EBC971B7A8CC}" destId="{1695F0F6-D51B-4056-BC43-F34054AA5103}" srcOrd="0" destOrd="0" presId="urn:microsoft.com/office/officeart/2008/layout/LinedList"/>
    <dgm:cxn modelId="{8E85CB22-C445-4AF3-8C22-3D4EFFF7E387}" type="presParOf" srcId="{0733C7E7-84CD-4142-9F0C-EBC971B7A8CC}" destId="{F1E96D41-9931-490F-AD32-EF2FA4EB08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FA4C18-B111-4A2E-A9A8-D5C34ACE269A}">
      <dsp:nvSpPr>
        <dsp:cNvPr id="0" name=""/>
        <dsp:cNvSpPr/>
      </dsp:nvSpPr>
      <dsp:spPr>
        <a:xfrm>
          <a:off x="0" y="25235"/>
          <a:ext cx="4773168" cy="17596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Comprender qué es una metodología de implantación de software.</a:t>
          </a:r>
        </a:p>
      </dsp:txBody>
      <dsp:txXfrm>
        <a:off x="85900" y="111135"/>
        <a:ext cx="4601368" cy="1587880"/>
      </dsp:txXfrm>
    </dsp:sp>
    <dsp:sp modelId="{F1B7EAA6-A5B5-4A62-8185-17E4807BC444}">
      <dsp:nvSpPr>
        <dsp:cNvPr id="0" name=""/>
        <dsp:cNvSpPr/>
      </dsp:nvSpPr>
      <dsp:spPr>
        <a:xfrm>
          <a:off x="0" y="1877076"/>
          <a:ext cx="4773168" cy="175968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Analizar los modelos más utilizados: Waterfall, Agile y Sure Step.</a:t>
          </a:r>
        </a:p>
      </dsp:txBody>
      <dsp:txXfrm>
        <a:off x="85900" y="1962976"/>
        <a:ext cx="4601368" cy="1587880"/>
      </dsp:txXfrm>
    </dsp:sp>
    <dsp:sp modelId="{0CEFC635-526A-4B07-B83A-CA97A2D2731F}">
      <dsp:nvSpPr>
        <dsp:cNvPr id="0" name=""/>
        <dsp:cNvSpPr/>
      </dsp:nvSpPr>
      <dsp:spPr>
        <a:xfrm>
          <a:off x="0" y="3728916"/>
          <a:ext cx="4773168" cy="17596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Comparar sus ventajas, desventajas y aplicaciones.</a:t>
          </a:r>
        </a:p>
      </dsp:txBody>
      <dsp:txXfrm>
        <a:off x="85900" y="3814816"/>
        <a:ext cx="4601368" cy="1587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D943F6-B466-48D8-B6F0-ADFE4F22AD53}">
      <dsp:nvSpPr>
        <dsp:cNvPr id="0" name=""/>
        <dsp:cNvSpPr/>
      </dsp:nvSpPr>
      <dsp:spPr>
        <a:xfrm>
          <a:off x="1433348" y="678857"/>
          <a:ext cx="1906470" cy="12392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Conjunto de procesos estructurados para guiar el desarrollo y despliegue de software.</a:t>
          </a:r>
        </a:p>
      </dsp:txBody>
      <dsp:txXfrm>
        <a:off x="1493841" y="739350"/>
        <a:ext cx="1785484" cy="1118219"/>
      </dsp:txXfrm>
    </dsp:sp>
    <dsp:sp modelId="{BC47E554-DCEA-4456-A279-0F9F538FC67D}">
      <dsp:nvSpPr>
        <dsp:cNvPr id="0" name=""/>
        <dsp:cNvSpPr/>
      </dsp:nvSpPr>
      <dsp:spPr>
        <a:xfrm>
          <a:off x="732714" y="1298460"/>
          <a:ext cx="3307738" cy="3307738"/>
        </a:xfrm>
        <a:custGeom>
          <a:avLst/>
          <a:gdLst/>
          <a:ahLst/>
          <a:cxnLst/>
          <a:rect l="0" t="0" r="0" b="0"/>
          <a:pathLst>
            <a:path>
              <a:moveTo>
                <a:pt x="2863437" y="525938"/>
              </a:moveTo>
              <a:arcTo wR="1653869" hR="1653869" stAng="19020017" swAng="2303789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4BA3E8-6B90-4425-B9D9-2A6F3CD814C8}">
      <dsp:nvSpPr>
        <dsp:cNvPr id="0" name=""/>
        <dsp:cNvSpPr/>
      </dsp:nvSpPr>
      <dsp:spPr>
        <a:xfrm>
          <a:off x="2865641" y="3159660"/>
          <a:ext cx="1906470" cy="123920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Asegura la calidad, eficiencia y éxito del proyecto.</a:t>
          </a:r>
        </a:p>
      </dsp:txBody>
      <dsp:txXfrm>
        <a:off x="2926134" y="3220153"/>
        <a:ext cx="1785484" cy="1118219"/>
      </dsp:txXfrm>
    </dsp:sp>
    <dsp:sp modelId="{DC490409-CC40-43B8-AFC1-EC564224632E}">
      <dsp:nvSpPr>
        <dsp:cNvPr id="0" name=""/>
        <dsp:cNvSpPr/>
      </dsp:nvSpPr>
      <dsp:spPr>
        <a:xfrm>
          <a:off x="732714" y="1298460"/>
          <a:ext cx="3307738" cy="3307738"/>
        </a:xfrm>
        <a:custGeom>
          <a:avLst/>
          <a:gdLst/>
          <a:ahLst/>
          <a:cxnLst/>
          <a:rect l="0" t="0" r="0" b="0"/>
          <a:pathLst>
            <a:path>
              <a:moveTo>
                <a:pt x="2161854" y="3227792"/>
              </a:moveTo>
              <a:arcTo wR="1653869" hR="1653869" stAng="4326747" swAng="2146505"/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9DE46B-87CC-4792-931D-6C13EF542A6F}">
      <dsp:nvSpPr>
        <dsp:cNvPr id="0" name=""/>
        <dsp:cNvSpPr/>
      </dsp:nvSpPr>
      <dsp:spPr>
        <a:xfrm>
          <a:off x="1056" y="3159660"/>
          <a:ext cx="1906470" cy="123920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Incluye etapas como análisis, diseño, desarrollo, pruebas, implementación y mantenimiento.</a:t>
          </a:r>
        </a:p>
      </dsp:txBody>
      <dsp:txXfrm>
        <a:off x="61549" y="3220153"/>
        <a:ext cx="1785484" cy="1118219"/>
      </dsp:txXfrm>
    </dsp:sp>
    <dsp:sp modelId="{21207A02-7DA3-42E2-9206-8377E6B5DA8D}">
      <dsp:nvSpPr>
        <dsp:cNvPr id="0" name=""/>
        <dsp:cNvSpPr/>
      </dsp:nvSpPr>
      <dsp:spPr>
        <a:xfrm>
          <a:off x="732714" y="1298460"/>
          <a:ext cx="3307738" cy="3307738"/>
        </a:xfrm>
        <a:custGeom>
          <a:avLst/>
          <a:gdLst/>
          <a:ahLst/>
          <a:cxnLst/>
          <a:rect l="0" t="0" r="0" b="0"/>
          <a:pathLst>
            <a:path>
              <a:moveTo>
                <a:pt x="5334" y="1521137"/>
              </a:moveTo>
              <a:arcTo wR="1653869" hR="1653869" stAng="11076194" swAng="2303789"/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01DD0-C57E-460E-B50F-618B525CACA5}">
      <dsp:nvSpPr>
        <dsp:cNvPr id="0" name=""/>
        <dsp:cNvSpPr/>
      </dsp:nvSpPr>
      <dsp:spPr>
        <a:xfrm>
          <a:off x="0" y="673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717FB8-F48C-415D-928E-E09B2C716150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16946-81EC-47FE-9C30-4028A24F7526}">
      <dsp:nvSpPr>
        <dsp:cNvPr id="0" name=""/>
        <dsp:cNvSpPr/>
      </dsp:nvSpPr>
      <dsp:spPr>
        <a:xfrm>
          <a:off x="1819120" y="673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Tradicionales vs. Ágiles.</a:t>
          </a:r>
        </a:p>
      </dsp:txBody>
      <dsp:txXfrm>
        <a:off x="1819120" y="673"/>
        <a:ext cx="2954047" cy="1574995"/>
      </dsp:txXfrm>
    </dsp:sp>
    <dsp:sp modelId="{5345EBAC-8D53-471E-B603-E26EDA65FB6E}">
      <dsp:nvSpPr>
        <dsp:cNvPr id="0" name=""/>
        <dsp:cNvSpPr/>
      </dsp:nvSpPr>
      <dsp:spPr>
        <a:xfrm>
          <a:off x="0" y="1969418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4BEBD-2808-404A-97F7-DDB3AD817536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C9918-74EB-4ADF-976F-A70AF5E89190}">
      <dsp:nvSpPr>
        <dsp:cNvPr id="0" name=""/>
        <dsp:cNvSpPr/>
      </dsp:nvSpPr>
      <dsp:spPr>
        <a:xfrm>
          <a:off x="1819120" y="1969418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Personalizadas vs. Estándar de la industria.</a:t>
          </a:r>
        </a:p>
      </dsp:txBody>
      <dsp:txXfrm>
        <a:off x="1819120" y="1969418"/>
        <a:ext cx="2954047" cy="1574995"/>
      </dsp:txXfrm>
    </dsp:sp>
    <dsp:sp modelId="{FE194542-1252-49F2-91C2-DDB05BFDE459}">
      <dsp:nvSpPr>
        <dsp:cNvPr id="0" name=""/>
        <dsp:cNvSpPr/>
      </dsp:nvSpPr>
      <dsp:spPr>
        <a:xfrm>
          <a:off x="0" y="3938162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9B6DED-ACFA-4728-BFB1-897DAC65688C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4AFC5-D840-4203-8C3F-BEAE559F4F6B}">
      <dsp:nvSpPr>
        <dsp:cNvPr id="0" name=""/>
        <dsp:cNvSpPr/>
      </dsp:nvSpPr>
      <dsp:spPr>
        <a:xfrm>
          <a:off x="1819120" y="3938162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Ejemplos: Scrum, DevOps, PRINCE2.</a:t>
          </a:r>
        </a:p>
      </dsp:txBody>
      <dsp:txXfrm>
        <a:off x="1819120" y="3938162"/>
        <a:ext cx="2954047" cy="15749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4B017-1A4B-4C27-B7B5-F01D885E2F7F}">
      <dsp:nvSpPr>
        <dsp:cNvPr id="0" name=""/>
        <dsp:cNvSpPr/>
      </dsp:nvSpPr>
      <dsp:spPr>
        <a:xfrm>
          <a:off x="0" y="664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A04042-1E04-4348-A045-EA4A404557AC}">
      <dsp:nvSpPr>
        <dsp:cNvPr id="0" name=""/>
        <dsp:cNvSpPr/>
      </dsp:nvSpPr>
      <dsp:spPr>
        <a:xfrm>
          <a:off x="470115" y="350336"/>
          <a:ext cx="854755" cy="8547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A0972-3051-4E9F-94D0-84E6B327AF72}">
      <dsp:nvSpPr>
        <dsp:cNvPr id="0" name=""/>
        <dsp:cNvSpPr/>
      </dsp:nvSpPr>
      <dsp:spPr>
        <a:xfrm>
          <a:off x="1794986" y="664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Modelo secuencial y lineal.</a:t>
          </a:r>
        </a:p>
      </dsp:txBody>
      <dsp:txXfrm>
        <a:off x="1794986" y="664"/>
        <a:ext cx="3327939" cy="1554100"/>
      </dsp:txXfrm>
    </dsp:sp>
    <dsp:sp modelId="{18A83DF9-07CA-470E-8548-C09D022EE275}">
      <dsp:nvSpPr>
        <dsp:cNvPr id="0" name=""/>
        <dsp:cNvSpPr/>
      </dsp:nvSpPr>
      <dsp:spPr>
        <a:xfrm>
          <a:off x="0" y="1943289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F7F89E-310C-42C4-B824-37BF1A2D036C}">
      <dsp:nvSpPr>
        <dsp:cNvPr id="0" name=""/>
        <dsp:cNvSpPr/>
      </dsp:nvSpPr>
      <dsp:spPr>
        <a:xfrm>
          <a:off x="470115" y="2292962"/>
          <a:ext cx="854755" cy="8547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204CF-675D-4BB9-9338-1B798BB8094D}">
      <dsp:nvSpPr>
        <dsp:cNvPr id="0" name=""/>
        <dsp:cNvSpPr/>
      </dsp:nvSpPr>
      <dsp:spPr>
        <a:xfrm>
          <a:off x="1794986" y="1943289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Cada fase debe completarse antes de iniciar la siguiente.</a:t>
          </a:r>
        </a:p>
      </dsp:txBody>
      <dsp:txXfrm>
        <a:off x="1794986" y="1943289"/>
        <a:ext cx="3327939" cy="1554100"/>
      </dsp:txXfrm>
    </dsp:sp>
    <dsp:sp modelId="{BB064AC9-77F6-4C70-88C5-B6117182DA6F}">
      <dsp:nvSpPr>
        <dsp:cNvPr id="0" name=""/>
        <dsp:cNvSpPr/>
      </dsp:nvSpPr>
      <dsp:spPr>
        <a:xfrm>
          <a:off x="0" y="3885915"/>
          <a:ext cx="5122926" cy="155410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0A97B-EED4-4301-AA2B-21878906859F}">
      <dsp:nvSpPr>
        <dsp:cNvPr id="0" name=""/>
        <dsp:cNvSpPr/>
      </dsp:nvSpPr>
      <dsp:spPr>
        <a:xfrm>
          <a:off x="470115" y="4235587"/>
          <a:ext cx="854755" cy="8547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979EC-0774-498B-977E-B4179933AC19}">
      <dsp:nvSpPr>
        <dsp:cNvPr id="0" name=""/>
        <dsp:cNvSpPr/>
      </dsp:nvSpPr>
      <dsp:spPr>
        <a:xfrm>
          <a:off x="1794986" y="3885915"/>
          <a:ext cx="3327939" cy="155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476" tIns="164476" rIns="164476" bIns="16447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Adecuado para proyectos con requisitos bien definidos.</a:t>
          </a:r>
        </a:p>
      </dsp:txBody>
      <dsp:txXfrm>
        <a:off x="1794986" y="3885915"/>
        <a:ext cx="3327939" cy="15541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ECDC12-2DE8-445B-9960-FFFF2074E75D}">
      <dsp:nvSpPr>
        <dsp:cNvPr id="0" name=""/>
        <dsp:cNvSpPr/>
      </dsp:nvSpPr>
      <dsp:spPr>
        <a:xfrm>
          <a:off x="0" y="884110"/>
          <a:ext cx="5122926" cy="16322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5684A-7E98-4491-B737-E0BF18582DD7}">
      <dsp:nvSpPr>
        <dsp:cNvPr id="0" name=""/>
        <dsp:cNvSpPr/>
      </dsp:nvSpPr>
      <dsp:spPr>
        <a:xfrm>
          <a:off x="493741" y="1251356"/>
          <a:ext cx="897712" cy="8977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6FF0B9-6CCA-4851-AA62-89274F8F5739}">
      <dsp:nvSpPr>
        <dsp:cNvPr id="0" name=""/>
        <dsp:cNvSpPr/>
      </dsp:nvSpPr>
      <dsp:spPr>
        <a:xfrm>
          <a:off x="1885195" y="884110"/>
          <a:ext cx="3237730" cy="163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42" tIns="172742" rIns="172742" bIns="17274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Requisitos → Diseño → Implementación → Verificación → Mantenimiento.</a:t>
          </a:r>
        </a:p>
      </dsp:txBody>
      <dsp:txXfrm>
        <a:off x="1885195" y="884110"/>
        <a:ext cx="3237730" cy="1632204"/>
      </dsp:txXfrm>
    </dsp:sp>
    <dsp:sp modelId="{3E728C98-51B4-4244-8500-4A87068A1930}">
      <dsp:nvSpPr>
        <dsp:cNvPr id="0" name=""/>
        <dsp:cNvSpPr/>
      </dsp:nvSpPr>
      <dsp:spPr>
        <a:xfrm>
          <a:off x="0" y="2924365"/>
          <a:ext cx="5122926" cy="16322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6DFF51-3E8F-4650-8301-B105982D1F36}">
      <dsp:nvSpPr>
        <dsp:cNvPr id="0" name=""/>
        <dsp:cNvSpPr/>
      </dsp:nvSpPr>
      <dsp:spPr>
        <a:xfrm>
          <a:off x="493741" y="3291611"/>
          <a:ext cx="897712" cy="8977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2252DD-0C25-4864-85B8-7B6EA381ED76}">
      <dsp:nvSpPr>
        <dsp:cNvPr id="0" name=""/>
        <dsp:cNvSpPr/>
      </dsp:nvSpPr>
      <dsp:spPr>
        <a:xfrm>
          <a:off x="1885195" y="2924365"/>
          <a:ext cx="3237730" cy="163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42" tIns="172742" rIns="172742" bIns="17274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Enfoque estructurado con una dirección clara.</a:t>
          </a:r>
        </a:p>
      </dsp:txBody>
      <dsp:txXfrm>
        <a:off x="1885195" y="2924365"/>
        <a:ext cx="3237730" cy="16322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178CA1-B10C-4DB9-92E0-5C343751F331}">
      <dsp:nvSpPr>
        <dsp:cNvPr id="0" name=""/>
        <dsp:cNvSpPr/>
      </dsp:nvSpPr>
      <dsp:spPr>
        <a:xfrm>
          <a:off x="0" y="3327889"/>
          <a:ext cx="4773168" cy="21834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❌ Inflexible ante cambios, costoso para modificar requisitos, poco adaptable.</a:t>
          </a:r>
        </a:p>
      </dsp:txBody>
      <dsp:txXfrm>
        <a:off x="0" y="3327889"/>
        <a:ext cx="4773168" cy="2183455"/>
      </dsp:txXfrm>
    </dsp:sp>
    <dsp:sp modelId="{D0A70D9D-F730-4AB2-8F73-B73C822AB294}">
      <dsp:nvSpPr>
        <dsp:cNvPr id="0" name=""/>
        <dsp:cNvSpPr/>
      </dsp:nvSpPr>
      <dsp:spPr>
        <a:xfrm rot="10800000">
          <a:off x="0" y="2486"/>
          <a:ext cx="4773168" cy="3358155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✅ Claridad en las fases, fácil gestión, documentación completa.</a:t>
          </a:r>
        </a:p>
      </dsp:txBody>
      <dsp:txXfrm rot="10800000">
        <a:off x="0" y="2486"/>
        <a:ext cx="4773168" cy="21820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07993D-981E-4376-9718-30E302DA0C32}">
      <dsp:nvSpPr>
        <dsp:cNvPr id="0" name=""/>
        <dsp:cNvSpPr/>
      </dsp:nvSpPr>
      <dsp:spPr>
        <a:xfrm>
          <a:off x="0" y="630216"/>
          <a:ext cx="4773168" cy="1352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Modelo iterativo e incremental.</a:t>
          </a:r>
        </a:p>
      </dsp:txBody>
      <dsp:txXfrm>
        <a:off x="66025" y="696241"/>
        <a:ext cx="4641118" cy="1220470"/>
      </dsp:txXfrm>
    </dsp:sp>
    <dsp:sp modelId="{FD4B5CCB-D509-427D-97DB-1BB77C309F20}">
      <dsp:nvSpPr>
        <dsp:cNvPr id="0" name=""/>
        <dsp:cNvSpPr/>
      </dsp:nvSpPr>
      <dsp:spPr>
        <a:xfrm>
          <a:off x="0" y="2080656"/>
          <a:ext cx="4773168" cy="135252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Equipos autoorganizados y enfoque colaborativo.</a:t>
          </a:r>
        </a:p>
      </dsp:txBody>
      <dsp:txXfrm>
        <a:off x="66025" y="2146681"/>
        <a:ext cx="4641118" cy="1220470"/>
      </dsp:txXfrm>
    </dsp:sp>
    <dsp:sp modelId="{04D7DBD4-CEEA-4D9F-8F8E-2D6326C45CF0}">
      <dsp:nvSpPr>
        <dsp:cNvPr id="0" name=""/>
        <dsp:cNvSpPr/>
      </dsp:nvSpPr>
      <dsp:spPr>
        <a:xfrm>
          <a:off x="0" y="3531096"/>
          <a:ext cx="4773168" cy="13525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Entregas frecuentes denominadas sprints.</a:t>
          </a:r>
        </a:p>
      </dsp:txBody>
      <dsp:txXfrm>
        <a:off x="66025" y="3597121"/>
        <a:ext cx="4641118" cy="12204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46A8C-5B64-4A0B-B587-09721DE24DD2}">
      <dsp:nvSpPr>
        <dsp:cNvPr id="0" name=""/>
        <dsp:cNvSpPr/>
      </dsp:nvSpPr>
      <dsp:spPr>
        <a:xfrm>
          <a:off x="0" y="578887"/>
          <a:ext cx="4773168" cy="10328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Colaboración con el cliente.</a:t>
          </a:r>
        </a:p>
      </dsp:txBody>
      <dsp:txXfrm>
        <a:off x="50420" y="629307"/>
        <a:ext cx="4672328" cy="932014"/>
      </dsp:txXfrm>
    </dsp:sp>
    <dsp:sp modelId="{BA3AAEB2-36D7-4AC2-A432-E8A3AA43FCE4}">
      <dsp:nvSpPr>
        <dsp:cNvPr id="0" name=""/>
        <dsp:cNvSpPr/>
      </dsp:nvSpPr>
      <dsp:spPr>
        <a:xfrm>
          <a:off x="0" y="1686621"/>
          <a:ext cx="4773168" cy="1032854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Respuesta rápida al cambio.</a:t>
          </a:r>
        </a:p>
      </dsp:txBody>
      <dsp:txXfrm>
        <a:off x="50420" y="1737041"/>
        <a:ext cx="4672328" cy="932014"/>
      </dsp:txXfrm>
    </dsp:sp>
    <dsp:sp modelId="{A282BE78-4942-40D2-BD1B-F4C1DE4C17EE}">
      <dsp:nvSpPr>
        <dsp:cNvPr id="0" name=""/>
        <dsp:cNvSpPr/>
      </dsp:nvSpPr>
      <dsp:spPr>
        <a:xfrm>
          <a:off x="0" y="2794356"/>
          <a:ext cx="4773168" cy="1032854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Entrega continua de valor.</a:t>
          </a:r>
        </a:p>
      </dsp:txBody>
      <dsp:txXfrm>
        <a:off x="50420" y="2844776"/>
        <a:ext cx="4672328" cy="932014"/>
      </dsp:txXfrm>
    </dsp:sp>
    <dsp:sp modelId="{49ADFB02-7EA9-454C-AAEE-CA3BDCFDFD81}">
      <dsp:nvSpPr>
        <dsp:cNvPr id="0" name=""/>
        <dsp:cNvSpPr/>
      </dsp:nvSpPr>
      <dsp:spPr>
        <a:xfrm>
          <a:off x="0" y="3902090"/>
          <a:ext cx="4773168" cy="103285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Prioriza personas y comunicación sobre procesos rígidos.</a:t>
          </a:r>
        </a:p>
      </dsp:txBody>
      <dsp:txXfrm>
        <a:off x="50420" y="3952510"/>
        <a:ext cx="4672328" cy="9320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6405A9-E455-415E-8919-45357984EA49}">
      <dsp:nvSpPr>
        <dsp:cNvPr id="0" name=""/>
        <dsp:cNvSpPr/>
      </dsp:nvSpPr>
      <dsp:spPr>
        <a:xfrm>
          <a:off x="0" y="19656"/>
          <a:ext cx="4773168" cy="26839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✅ Adaptabilidad, mejora continua, mayor satisfacción del cliente.</a:t>
          </a:r>
        </a:p>
      </dsp:txBody>
      <dsp:txXfrm>
        <a:off x="131021" y="150677"/>
        <a:ext cx="4511126" cy="2421938"/>
      </dsp:txXfrm>
    </dsp:sp>
    <dsp:sp modelId="{A604D4D6-656D-4AEF-A69F-E864F0AC6A57}">
      <dsp:nvSpPr>
        <dsp:cNvPr id="0" name=""/>
        <dsp:cNvSpPr/>
      </dsp:nvSpPr>
      <dsp:spPr>
        <a:xfrm>
          <a:off x="0" y="2810196"/>
          <a:ext cx="4773168" cy="26839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❌ Requiere madurez del equipo, difícil estimar costos y tiempos.</a:t>
          </a:r>
        </a:p>
      </dsp:txBody>
      <dsp:txXfrm>
        <a:off x="131021" y="2941217"/>
        <a:ext cx="4511126" cy="242193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01AA9-AE9E-4C24-9296-9A8FF54486DA}">
      <dsp:nvSpPr>
        <dsp:cNvPr id="0" name=""/>
        <dsp:cNvSpPr/>
      </dsp:nvSpPr>
      <dsp:spPr>
        <a:xfrm>
          <a:off x="0" y="25235"/>
          <a:ext cx="4773168" cy="17596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Metodología de Microsoft para implementar soluciones Dynamics.</a:t>
          </a:r>
        </a:p>
      </dsp:txBody>
      <dsp:txXfrm>
        <a:off x="85900" y="111135"/>
        <a:ext cx="4601368" cy="1587880"/>
      </dsp:txXfrm>
    </dsp:sp>
    <dsp:sp modelId="{06C0B257-7DB8-42C3-815E-69ED0596ADEE}">
      <dsp:nvSpPr>
        <dsp:cNvPr id="0" name=""/>
        <dsp:cNvSpPr/>
      </dsp:nvSpPr>
      <dsp:spPr>
        <a:xfrm>
          <a:off x="0" y="1877076"/>
          <a:ext cx="4773168" cy="175968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Incluye herramientas, plantillas y mejores prácticas.</a:t>
          </a:r>
        </a:p>
      </dsp:txBody>
      <dsp:txXfrm>
        <a:off x="85900" y="1962976"/>
        <a:ext cx="4601368" cy="1587880"/>
      </dsp:txXfrm>
    </dsp:sp>
    <dsp:sp modelId="{D55F2671-0433-4EA6-9BD2-1E15A0A6BB96}">
      <dsp:nvSpPr>
        <dsp:cNvPr id="0" name=""/>
        <dsp:cNvSpPr/>
      </dsp:nvSpPr>
      <dsp:spPr>
        <a:xfrm>
          <a:off x="0" y="3728916"/>
          <a:ext cx="4773168" cy="175968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Enfocado en gestión estructurada y alineación con el cliente.</a:t>
          </a:r>
        </a:p>
      </dsp:txBody>
      <dsp:txXfrm>
        <a:off x="85900" y="3814816"/>
        <a:ext cx="4601368" cy="158788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2B28D5-BF23-4D4D-B7F1-4A766D86189C}">
      <dsp:nvSpPr>
        <dsp:cNvPr id="0" name=""/>
        <dsp:cNvSpPr/>
      </dsp:nvSpPr>
      <dsp:spPr>
        <a:xfrm>
          <a:off x="0" y="884110"/>
          <a:ext cx="5122926" cy="16322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9CB96A-22B4-4E7F-AD40-D573C9BF437D}">
      <dsp:nvSpPr>
        <dsp:cNvPr id="0" name=""/>
        <dsp:cNvSpPr/>
      </dsp:nvSpPr>
      <dsp:spPr>
        <a:xfrm>
          <a:off x="493741" y="1251356"/>
          <a:ext cx="897712" cy="8977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EA171-86C5-4D14-A823-EA82A5B63F24}">
      <dsp:nvSpPr>
        <dsp:cNvPr id="0" name=""/>
        <dsp:cNvSpPr/>
      </dsp:nvSpPr>
      <dsp:spPr>
        <a:xfrm>
          <a:off x="1885195" y="884110"/>
          <a:ext cx="3237730" cy="163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42" tIns="172742" rIns="172742" bIns="17274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Diagnóstico → Análisis → Diseño → Desarrollo → Despliegue → Operación.</a:t>
          </a:r>
        </a:p>
      </dsp:txBody>
      <dsp:txXfrm>
        <a:off x="1885195" y="884110"/>
        <a:ext cx="3237730" cy="1632204"/>
      </dsp:txXfrm>
    </dsp:sp>
    <dsp:sp modelId="{5D10B446-A4EC-4F7E-923F-4198C41085DA}">
      <dsp:nvSpPr>
        <dsp:cNvPr id="0" name=""/>
        <dsp:cNvSpPr/>
      </dsp:nvSpPr>
      <dsp:spPr>
        <a:xfrm>
          <a:off x="0" y="2924365"/>
          <a:ext cx="5122926" cy="16322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9E7DB1-01FA-4326-845F-1FED5045E985}">
      <dsp:nvSpPr>
        <dsp:cNvPr id="0" name=""/>
        <dsp:cNvSpPr/>
      </dsp:nvSpPr>
      <dsp:spPr>
        <a:xfrm>
          <a:off x="493741" y="3291611"/>
          <a:ext cx="897712" cy="8977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A9104-C746-41AF-A95D-AD4B6B737AB0}">
      <dsp:nvSpPr>
        <dsp:cNvPr id="0" name=""/>
        <dsp:cNvSpPr/>
      </dsp:nvSpPr>
      <dsp:spPr>
        <a:xfrm>
          <a:off x="1885195" y="2924365"/>
          <a:ext cx="3237730" cy="163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42" tIns="172742" rIns="172742" bIns="172742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Proporciona flexibilidad para distintos tipos de proyecto.</a:t>
          </a:r>
        </a:p>
      </dsp:txBody>
      <dsp:txXfrm>
        <a:off x="1885195" y="2924365"/>
        <a:ext cx="3237730" cy="163220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B4642-9D22-46C5-88EA-420BE6CCA1FD}">
      <dsp:nvSpPr>
        <dsp:cNvPr id="0" name=""/>
        <dsp:cNvSpPr/>
      </dsp:nvSpPr>
      <dsp:spPr>
        <a:xfrm>
          <a:off x="0" y="884110"/>
          <a:ext cx="5122926" cy="16322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5CC50-EFD6-41C3-A7D2-2D9DF4C2C883}">
      <dsp:nvSpPr>
        <dsp:cNvPr id="0" name=""/>
        <dsp:cNvSpPr/>
      </dsp:nvSpPr>
      <dsp:spPr>
        <a:xfrm>
          <a:off x="493741" y="1251356"/>
          <a:ext cx="897712" cy="8977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1DF82-A543-4272-BF3F-1C41AB40CCB1}">
      <dsp:nvSpPr>
        <dsp:cNvPr id="0" name=""/>
        <dsp:cNvSpPr/>
      </dsp:nvSpPr>
      <dsp:spPr>
        <a:xfrm>
          <a:off x="1885195" y="884110"/>
          <a:ext cx="3237730" cy="163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42" tIns="172742" rIns="172742" bIns="17274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✅ Específico para Dynamics, soporte de Microsoft, adaptable.</a:t>
          </a:r>
        </a:p>
      </dsp:txBody>
      <dsp:txXfrm>
        <a:off x="1885195" y="884110"/>
        <a:ext cx="3237730" cy="1632204"/>
      </dsp:txXfrm>
    </dsp:sp>
    <dsp:sp modelId="{D4326D64-6B84-46EF-A064-7501C3C90B7B}">
      <dsp:nvSpPr>
        <dsp:cNvPr id="0" name=""/>
        <dsp:cNvSpPr/>
      </dsp:nvSpPr>
      <dsp:spPr>
        <a:xfrm>
          <a:off x="0" y="2924365"/>
          <a:ext cx="5122926" cy="163220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0A9688-C259-400E-9471-4349045DFB18}">
      <dsp:nvSpPr>
        <dsp:cNvPr id="0" name=""/>
        <dsp:cNvSpPr/>
      </dsp:nvSpPr>
      <dsp:spPr>
        <a:xfrm>
          <a:off x="493741" y="3291611"/>
          <a:ext cx="897712" cy="8977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6B19D-5AF6-40E0-81D8-1C6C830F2B07}">
      <dsp:nvSpPr>
        <dsp:cNvPr id="0" name=""/>
        <dsp:cNvSpPr/>
      </dsp:nvSpPr>
      <dsp:spPr>
        <a:xfrm>
          <a:off x="1885195" y="2924365"/>
          <a:ext cx="3237730" cy="1632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742" tIns="172742" rIns="172742" bIns="17274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❌ Curva de aprendizaje, limitado fuera del entorno Dynamics.</a:t>
          </a:r>
        </a:p>
      </dsp:txBody>
      <dsp:txXfrm>
        <a:off x="1885195" y="2924365"/>
        <a:ext cx="3237730" cy="163220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2321D-F589-4803-832D-44931778DCED}">
      <dsp:nvSpPr>
        <dsp:cNvPr id="0" name=""/>
        <dsp:cNvSpPr/>
      </dsp:nvSpPr>
      <dsp:spPr>
        <a:xfrm>
          <a:off x="0" y="2656"/>
          <a:ext cx="51229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CFFB1C-6BEF-4F09-AFEC-5EAF287FE452}">
      <dsp:nvSpPr>
        <dsp:cNvPr id="0" name=""/>
        <dsp:cNvSpPr/>
      </dsp:nvSpPr>
      <dsp:spPr>
        <a:xfrm>
          <a:off x="0" y="2656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Waterfall: Secuencial, poca flexibilidad, documentación extensa.</a:t>
          </a:r>
        </a:p>
      </dsp:txBody>
      <dsp:txXfrm>
        <a:off x="0" y="2656"/>
        <a:ext cx="5122926" cy="1811788"/>
      </dsp:txXfrm>
    </dsp:sp>
    <dsp:sp modelId="{F61895EC-5B73-4577-A1CD-535E5756FF1B}">
      <dsp:nvSpPr>
        <dsp:cNvPr id="0" name=""/>
        <dsp:cNvSpPr/>
      </dsp:nvSpPr>
      <dsp:spPr>
        <a:xfrm>
          <a:off x="0" y="1814445"/>
          <a:ext cx="51229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EB0EBA-ACD5-4415-972D-C431D7B67019}">
      <dsp:nvSpPr>
        <dsp:cNvPr id="0" name=""/>
        <dsp:cNvSpPr/>
      </dsp:nvSpPr>
      <dsp:spPr>
        <a:xfrm>
          <a:off x="0" y="1814445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Agile: Iterativo, alta adaptabilidad, comunicación constante.</a:t>
          </a:r>
        </a:p>
      </dsp:txBody>
      <dsp:txXfrm>
        <a:off x="0" y="1814445"/>
        <a:ext cx="5122926" cy="1811788"/>
      </dsp:txXfrm>
    </dsp:sp>
    <dsp:sp modelId="{77E09920-564D-4F32-94F8-0B692BD16FA9}">
      <dsp:nvSpPr>
        <dsp:cNvPr id="0" name=""/>
        <dsp:cNvSpPr/>
      </dsp:nvSpPr>
      <dsp:spPr>
        <a:xfrm>
          <a:off x="0" y="3626234"/>
          <a:ext cx="51229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B273D-EB29-47C1-B21B-643296ED47F0}">
      <dsp:nvSpPr>
        <dsp:cNvPr id="0" name=""/>
        <dsp:cNvSpPr/>
      </dsp:nvSpPr>
      <dsp:spPr>
        <a:xfrm>
          <a:off x="0" y="3626234"/>
          <a:ext cx="5122926" cy="18117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Sure Step: Híbrido, adaptable, orientado a soluciones Microsoft.</a:t>
          </a:r>
        </a:p>
      </dsp:txBody>
      <dsp:txXfrm>
        <a:off x="0" y="3626234"/>
        <a:ext cx="5122926" cy="181178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E322D-96E8-4CCD-A04F-29AC151E8FEF}">
      <dsp:nvSpPr>
        <dsp:cNvPr id="0" name=""/>
        <dsp:cNvSpPr/>
      </dsp:nvSpPr>
      <dsp:spPr>
        <a:xfrm>
          <a:off x="0" y="0"/>
          <a:ext cx="51229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023FE-D9ED-4F34-86C6-14CF73A5FAD2}">
      <dsp:nvSpPr>
        <dsp:cNvPr id="0" name=""/>
        <dsp:cNvSpPr/>
      </dsp:nvSpPr>
      <dsp:spPr>
        <a:xfrm>
          <a:off x="0" y="0"/>
          <a:ext cx="5122926" cy="136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La elección del modelo depende del tipo de proyecto y contexto.</a:t>
          </a:r>
        </a:p>
      </dsp:txBody>
      <dsp:txXfrm>
        <a:off x="0" y="0"/>
        <a:ext cx="5122926" cy="1360170"/>
      </dsp:txXfrm>
    </dsp:sp>
    <dsp:sp modelId="{20EAFDF5-6DC6-4107-80B8-7804433A001B}">
      <dsp:nvSpPr>
        <dsp:cNvPr id="0" name=""/>
        <dsp:cNvSpPr/>
      </dsp:nvSpPr>
      <dsp:spPr>
        <a:xfrm>
          <a:off x="0" y="1360170"/>
          <a:ext cx="51229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0A1E2-E465-4EE1-8767-6C3BFA23E60C}">
      <dsp:nvSpPr>
        <dsp:cNvPr id="0" name=""/>
        <dsp:cNvSpPr/>
      </dsp:nvSpPr>
      <dsp:spPr>
        <a:xfrm>
          <a:off x="0" y="1360170"/>
          <a:ext cx="5122926" cy="136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Waterfall: útil para proyectos estructurados y predecibles.</a:t>
          </a:r>
        </a:p>
      </dsp:txBody>
      <dsp:txXfrm>
        <a:off x="0" y="1360170"/>
        <a:ext cx="5122926" cy="1360170"/>
      </dsp:txXfrm>
    </dsp:sp>
    <dsp:sp modelId="{62C4D14B-04C4-4819-91BB-EE5D6BDFB931}">
      <dsp:nvSpPr>
        <dsp:cNvPr id="0" name=""/>
        <dsp:cNvSpPr/>
      </dsp:nvSpPr>
      <dsp:spPr>
        <a:xfrm>
          <a:off x="0" y="2720340"/>
          <a:ext cx="51229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4CD72-4D09-4785-BB67-7405CCEE09DE}">
      <dsp:nvSpPr>
        <dsp:cNvPr id="0" name=""/>
        <dsp:cNvSpPr/>
      </dsp:nvSpPr>
      <dsp:spPr>
        <a:xfrm>
          <a:off x="0" y="2720340"/>
          <a:ext cx="5122926" cy="136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Agile: ideal en entornos dinámicos con cambios constantes.</a:t>
          </a:r>
        </a:p>
      </dsp:txBody>
      <dsp:txXfrm>
        <a:off x="0" y="2720340"/>
        <a:ext cx="5122926" cy="1360170"/>
      </dsp:txXfrm>
    </dsp:sp>
    <dsp:sp modelId="{02D372BF-84E2-4088-8CF4-5DDB0533231E}">
      <dsp:nvSpPr>
        <dsp:cNvPr id="0" name=""/>
        <dsp:cNvSpPr/>
      </dsp:nvSpPr>
      <dsp:spPr>
        <a:xfrm>
          <a:off x="0" y="4080509"/>
          <a:ext cx="512292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5F0F6-D51B-4056-BC43-F34054AA5103}">
      <dsp:nvSpPr>
        <dsp:cNvPr id="0" name=""/>
        <dsp:cNvSpPr/>
      </dsp:nvSpPr>
      <dsp:spPr>
        <a:xfrm>
          <a:off x="0" y="4080510"/>
          <a:ext cx="5122926" cy="136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Sure Step: óptimo para soluciones empresariales Dynamics.</a:t>
          </a:r>
        </a:p>
      </dsp:txBody>
      <dsp:txXfrm>
        <a:off x="0" y="4080510"/>
        <a:ext cx="5122926" cy="13601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6300"/>
              <a:t>Metodologías de Implantación de un Software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s-EC" sz="3500"/>
              <a:t>Objetivos de la Presentación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F422AC-3B23-9428-8159-F88D2D8C3F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35672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s-ES" sz="3500"/>
              <a:t>¿Qué es una metodología de implantación de software?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64CABA-FF23-8CE7-2CEC-74AF4DF18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84936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s-EC" sz="3500"/>
              <a:t>Clasificación de metodologías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15AEC0-1B87-EBB5-A24E-5E295D8B18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9470361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C" sz="2800"/>
              <a:t>Modelo Waterfall (Cascada)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7EA88A-F507-6E90-C959-EB25C9D12E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9911809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C" sz="2800"/>
              <a:t>Fases del modelo Waterfall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84E9CF-04F2-CFEE-EB76-79D96D29FE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7952726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s-EC" sz="3500"/>
              <a:t>Waterfall: Ventajas y Desventajas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128124-C5A9-D876-405E-A87D564098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438073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s-EC" sz="3500"/>
              <a:t>Modelo Agile (Ágil)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FF5FBE-1255-9628-38B2-3DD3C6FE1D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185654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s-EC" sz="3500"/>
              <a:t>Principios del Manifiesto Ágil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C07C07-50B2-BA0C-F0D5-D1C5F4DC90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516456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s-EC" sz="3500"/>
              <a:t>Agile: Ventajas y Desventajas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47ACE1-C116-D8FD-9891-1C588F135C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7568468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s-EC" sz="3500"/>
              <a:t>Modelo Sure Step (Microsoft Dynamics)</a:t>
            </a: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091E81E-2A4C-3556-3C15-BDAC7BCECF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4587076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C" sz="2800"/>
              <a:t>Fases del modelo Sure Step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F4DCD6-46D0-EB38-DD83-B540B96F26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8661958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S" sz="2800"/>
              <a:t>Sure Step: Ventajas y Desventajas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502B36-8F8F-1353-A4A7-565D80334B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4679990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C" sz="2800"/>
              <a:t>Comparación entre Modelos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EC19D3-1365-7EBE-FF07-D69988095B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6159301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s-EC" sz="2800"/>
              <a:t>Conclusiones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0CDA7B-D7A9-791D-A3C5-E778AE81F6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0034415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430</Words>
  <Application>Microsoft Office PowerPoint</Application>
  <PresentationFormat>Presentación en pantalla (4:3)</PresentationFormat>
  <Paragraphs>54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Metodologías de Implantación de un Software</vt:lpstr>
      <vt:lpstr>Objetivos de la Presentación</vt:lpstr>
      <vt:lpstr>¿Qué es una metodología de implantación de software?</vt:lpstr>
      <vt:lpstr>Clasificación de metodologías</vt:lpstr>
      <vt:lpstr>Modelo Waterfall (Cascada)</vt:lpstr>
      <vt:lpstr>Fases del modelo Waterfall</vt:lpstr>
      <vt:lpstr>Waterfall: Ventajas y Desventajas</vt:lpstr>
      <vt:lpstr>Modelo Agile (Ágil)</vt:lpstr>
      <vt:lpstr>Principios del Manifiesto Ágil</vt:lpstr>
      <vt:lpstr>Agile: Ventajas y Desventajas</vt:lpstr>
      <vt:lpstr>Modelo Sure Step (Microsoft Dynamics)</vt:lpstr>
      <vt:lpstr>Fases del modelo Sure Step</vt:lpstr>
      <vt:lpstr>Sure Step: Ventajas y Desventajas</vt:lpstr>
      <vt:lpstr>Comparación entre Modelos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HUMBERTO MIRANDA REALPE</cp:lastModifiedBy>
  <cp:revision>4</cp:revision>
  <dcterms:created xsi:type="dcterms:W3CDTF">2013-01-27T09:14:16Z</dcterms:created>
  <dcterms:modified xsi:type="dcterms:W3CDTF">2025-06-02T14:46:37Z</dcterms:modified>
  <cp:category/>
</cp:coreProperties>
</file>