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Factores de Calidad de McCall y Métricas de Calidad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la Calidad de Software?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</a:rPr>
              <a:t>• Grado en que un sistema satisface requisitos.</a:t>
            </a:r>
          </a:p>
          <a:p>
            <a:r>
              <a:rPr sz="2000">
                <a:solidFill>
                  <a:srgbClr val="003366"/>
                </a:solidFill>
              </a:rPr>
              <a:t>• Incrementa satisfacción, reduce costos, mejora competitividad.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Calidad de McCall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</a:rPr>
              <a:t>• Propuesto en 1977.</a:t>
            </a:r>
          </a:p>
          <a:p>
            <a:r>
              <a:rPr sz="2000">
                <a:solidFill>
                  <a:srgbClr val="003366"/>
                </a:solidFill>
              </a:rPr>
              <a:t>• Calidad vista desde usuarios y desarrolladores.</a:t>
            </a:r>
          </a:p>
          <a:p>
            <a:r>
              <a:rPr sz="2000">
                <a:solidFill>
                  <a:srgbClr val="003366"/>
                </a:solidFill>
              </a:rPr>
              <a:t>• Basado en factores, criterios y métricas.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Factores de Calidad de McCall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</a:rPr>
              <a:t>• Corrección</a:t>
            </a:r>
          </a:p>
          <a:p>
            <a:r>
              <a:rPr sz="2000">
                <a:solidFill>
                  <a:srgbClr val="003366"/>
                </a:solidFill>
              </a:rPr>
              <a:t>• Fiabilidad</a:t>
            </a:r>
          </a:p>
          <a:p>
            <a:r>
              <a:rPr sz="2000">
                <a:solidFill>
                  <a:srgbClr val="003366"/>
                </a:solidFill>
              </a:rPr>
              <a:t>• Eficiencia</a:t>
            </a:r>
          </a:p>
          <a:p>
            <a:r>
              <a:rPr sz="2000">
                <a:solidFill>
                  <a:srgbClr val="003366"/>
                </a:solidFill>
              </a:rPr>
              <a:t>• Integridad</a:t>
            </a:r>
          </a:p>
          <a:p>
            <a:r>
              <a:rPr sz="2000">
                <a:solidFill>
                  <a:srgbClr val="003366"/>
                </a:solidFill>
              </a:rPr>
              <a:t>• Usabilidad</a:t>
            </a:r>
          </a:p>
          <a:p>
            <a:r>
              <a:rPr sz="2000">
                <a:solidFill>
                  <a:srgbClr val="003366"/>
                </a:solidFill>
              </a:rPr>
              <a:t>• Mantenibilidad</a:t>
            </a:r>
          </a:p>
          <a:p>
            <a:r>
              <a:rPr sz="2000">
                <a:solidFill>
                  <a:srgbClr val="003366"/>
                </a:solidFill>
              </a:rPr>
              <a:t>• Flexibilidad</a:t>
            </a:r>
          </a:p>
          <a:p>
            <a:r>
              <a:rPr sz="2000">
                <a:solidFill>
                  <a:srgbClr val="003366"/>
                </a:solidFill>
              </a:rPr>
              <a:t>• Portabilidad</a:t>
            </a:r>
          </a:p>
          <a:p>
            <a:r>
              <a:rPr sz="2000">
                <a:solidFill>
                  <a:srgbClr val="003366"/>
                </a:solidFill>
              </a:rPr>
              <a:t>• Reusabilidad</a:t>
            </a:r>
          </a:p>
          <a:p>
            <a:r>
              <a:rPr sz="2000">
                <a:solidFill>
                  <a:srgbClr val="003366"/>
                </a:solidFill>
              </a:rPr>
              <a:t>• Interoperabilidad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Ejemplos de Factores de Calidad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</a:rPr>
              <a:t>• Corrección: ¿El software cumple requisitos?</a:t>
            </a:r>
          </a:p>
          <a:p>
            <a:r>
              <a:rPr sz="2000">
                <a:solidFill>
                  <a:srgbClr val="003366"/>
                </a:solidFill>
              </a:rPr>
              <a:t>• Fiabilidad: Estabilidad frente a fallos.</a:t>
            </a:r>
          </a:p>
          <a:p>
            <a:r>
              <a:rPr sz="2000">
                <a:solidFill>
                  <a:srgbClr val="003366"/>
                </a:solidFill>
              </a:rPr>
              <a:t>• Eficiencia: Uso óptimo de recursos.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son las Métricas de Calidad?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</a:rPr>
              <a:t>• Medidas objetivas para evaluar atributos.</a:t>
            </a:r>
          </a:p>
          <a:p>
            <a:r>
              <a:rPr sz="2000">
                <a:solidFill>
                  <a:srgbClr val="003366"/>
                </a:solidFill>
              </a:rPr>
              <a:t>• Permiten detectar fallos y mejorar productos.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Métricas de Calidad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</a:rPr>
              <a:t>• Internas: características del código.</a:t>
            </a:r>
          </a:p>
          <a:p>
            <a:r>
              <a:rPr sz="2000">
                <a:solidFill>
                  <a:srgbClr val="003366"/>
                </a:solidFill>
              </a:rPr>
              <a:t>• Externas: comportamiento en ejecución.</a:t>
            </a:r>
          </a:p>
          <a:p>
            <a:r>
              <a:rPr sz="2000">
                <a:solidFill>
                  <a:srgbClr val="003366"/>
                </a:solidFill>
              </a:rPr>
              <a:t>• Calidad en uso: experiencia del usuario.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Ejemplos de Métricas de Calidad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</a:rPr>
              <a:t>• Corrección: Defectos por fase.</a:t>
            </a:r>
          </a:p>
          <a:p>
            <a:r>
              <a:rPr sz="2000">
                <a:solidFill>
                  <a:srgbClr val="003366"/>
                </a:solidFill>
              </a:rPr>
              <a:t>• Fiabilidad: Tasa de fallos.</a:t>
            </a:r>
          </a:p>
          <a:p>
            <a:r>
              <a:rPr sz="2000">
                <a:solidFill>
                  <a:srgbClr val="003366"/>
                </a:solidFill>
              </a:rPr>
              <a:t>• Eficiencia: Tiempo de respuesta.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Relación Factor - Métrica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</a:rPr>
              <a:t>• Corrección → % requisitos cumplidos.</a:t>
            </a:r>
          </a:p>
          <a:p>
            <a:r>
              <a:rPr sz="2000">
                <a:solidFill>
                  <a:srgbClr val="003366"/>
                </a:solidFill>
              </a:rPr>
              <a:t>• Fiabilidad → MTBF (tiempo entre fallos).</a:t>
            </a:r>
          </a:p>
          <a:p>
            <a:r>
              <a:rPr sz="2000">
                <a:solidFill>
                  <a:srgbClr val="003366"/>
                </a:solidFill>
              </a:rPr>
              <a:t>• Eficiencia → Uso promedio de CPU.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</a:rPr>
              <a:t>• Medir calidad es esencial.</a:t>
            </a:r>
          </a:p>
          <a:p>
            <a:r>
              <a:rPr sz="2000">
                <a:solidFill>
                  <a:srgbClr val="003366"/>
                </a:solidFill>
              </a:rPr>
              <a:t>• McCall proporciona un marco estructurado.</a:t>
            </a:r>
          </a:p>
          <a:p>
            <a:r>
              <a:rPr sz="2000">
                <a:solidFill>
                  <a:srgbClr val="003366"/>
                </a:solidFill>
              </a:rPr>
              <a:t>• Las métricas orientan la mejora continua.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247</Words>
  <Application>Microsoft Office PowerPoint</Application>
  <PresentationFormat>Presentación en pantalla (4:3)</PresentationFormat>
  <Paragraphs>42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Factores de Calidad de McCall y Métricas de Calidad de Software</vt:lpstr>
      <vt:lpstr>¿Qué es la Calidad de Software?</vt:lpstr>
      <vt:lpstr>Modelo de Calidad de McCall</vt:lpstr>
      <vt:lpstr>Factores de Calidad de McCall</vt:lpstr>
      <vt:lpstr>Ejemplos de Factores de Calidad</vt:lpstr>
      <vt:lpstr>¿Qué son las Métricas de Calidad?</vt:lpstr>
      <vt:lpstr>Tipos de Métricas de Calidad</vt:lpstr>
      <vt:lpstr>Ejemplos de Métricas de Calidad</vt:lpstr>
      <vt:lpstr>Relación Factor - Métrica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HUMBERTO MIRANDA REALPE</cp:lastModifiedBy>
  <cp:revision>3</cp:revision>
  <dcterms:created xsi:type="dcterms:W3CDTF">2013-01-27T09:14:16Z</dcterms:created>
  <dcterms:modified xsi:type="dcterms:W3CDTF">2025-04-29T12:28:00Z</dcterms:modified>
  <cp:category/>
</cp:coreProperties>
</file>