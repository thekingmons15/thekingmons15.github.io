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A248ED-B1DA-41F9-A1DF-26E58265368A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86B95C4-D466-4D9A-8F30-4D91689F1D6B}">
      <dgm:prSet/>
      <dgm:spPr/>
      <dgm:t>
        <a:bodyPr/>
        <a:lstStyle/>
        <a:p>
          <a:r>
            <a:rPr lang="en-US"/>
            <a:t>¿Por qué medir la productividad del desarrollador?</a:t>
          </a:r>
        </a:p>
      </dgm:t>
    </dgm:pt>
    <dgm:pt modelId="{BDCC8B39-93F6-49AF-B8C8-20D1EE0E979F}" type="parTrans" cxnId="{2C830EBA-E12F-4456-802A-CAFD467BD9F5}">
      <dgm:prSet/>
      <dgm:spPr/>
      <dgm:t>
        <a:bodyPr/>
        <a:lstStyle/>
        <a:p>
          <a:endParaRPr lang="en-US"/>
        </a:p>
      </dgm:t>
    </dgm:pt>
    <dgm:pt modelId="{A93DE65A-B2F5-4E0C-A630-5F7B85A91BCC}" type="sibTrans" cxnId="{2C830EBA-E12F-4456-802A-CAFD467BD9F5}">
      <dgm:prSet/>
      <dgm:spPr/>
      <dgm:t>
        <a:bodyPr/>
        <a:lstStyle/>
        <a:p>
          <a:endParaRPr lang="en-US"/>
        </a:p>
      </dgm:t>
    </dgm:pt>
    <dgm:pt modelId="{2FFF2892-8042-412B-81FB-E0BCCBA6F9F6}">
      <dgm:prSet/>
      <dgm:spPr/>
      <dgm:t>
        <a:bodyPr/>
        <a:lstStyle/>
        <a:p>
          <a:r>
            <a:rPr lang="en-US"/>
            <a:t>Importancia para la mejora continua y la toma de decisiones.</a:t>
          </a:r>
        </a:p>
      </dgm:t>
    </dgm:pt>
    <dgm:pt modelId="{E430B73E-B439-41F4-A361-2CD0828DB18B}" type="parTrans" cxnId="{6DAF0BD2-0980-401E-B2F3-65FF1174F58B}">
      <dgm:prSet/>
      <dgm:spPr/>
      <dgm:t>
        <a:bodyPr/>
        <a:lstStyle/>
        <a:p>
          <a:endParaRPr lang="en-US"/>
        </a:p>
      </dgm:t>
    </dgm:pt>
    <dgm:pt modelId="{D603181D-B5BA-4D87-BCD9-AEFB1A2671E0}" type="sibTrans" cxnId="{6DAF0BD2-0980-401E-B2F3-65FF1174F58B}">
      <dgm:prSet/>
      <dgm:spPr/>
      <dgm:t>
        <a:bodyPr/>
        <a:lstStyle/>
        <a:p>
          <a:endParaRPr lang="en-US"/>
        </a:p>
      </dgm:t>
    </dgm:pt>
    <dgm:pt modelId="{F1C37DE5-9BDA-4AF4-A8E7-12D01F38F58F}">
      <dgm:prSet/>
      <dgm:spPr/>
      <dgm:t>
        <a:bodyPr/>
        <a:lstStyle/>
        <a:p>
          <a:r>
            <a:rPr lang="en-US"/>
            <a:t>Desafíos: medir sin deshumanizar.</a:t>
          </a:r>
        </a:p>
      </dgm:t>
    </dgm:pt>
    <dgm:pt modelId="{8C155B77-415E-4ED4-ADEA-DD43F55FA3F9}" type="parTrans" cxnId="{BDCC4938-AD39-4EEB-B321-27E91137A55E}">
      <dgm:prSet/>
      <dgm:spPr/>
      <dgm:t>
        <a:bodyPr/>
        <a:lstStyle/>
        <a:p>
          <a:endParaRPr lang="en-US"/>
        </a:p>
      </dgm:t>
    </dgm:pt>
    <dgm:pt modelId="{F9846103-24C3-4B94-9D6E-D7C1217AE973}" type="sibTrans" cxnId="{BDCC4938-AD39-4EEB-B321-27E91137A55E}">
      <dgm:prSet/>
      <dgm:spPr/>
      <dgm:t>
        <a:bodyPr/>
        <a:lstStyle/>
        <a:p>
          <a:endParaRPr lang="en-US"/>
        </a:p>
      </dgm:t>
    </dgm:pt>
    <dgm:pt modelId="{FDF2D1AD-6A2E-4F9B-9AD2-C8D9F15169A5}" type="pres">
      <dgm:prSet presAssocID="{6CA248ED-B1DA-41F9-A1DF-26E58265368A}" presName="diagram" presStyleCnt="0">
        <dgm:presLayoutVars>
          <dgm:dir/>
          <dgm:resizeHandles val="exact"/>
        </dgm:presLayoutVars>
      </dgm:prSet>
      <dgm:spPr/>
    </dgm:pt>
    <dgm:pt modelId="{7F50FD94-BAE5-49E0-96C4-980C5FE8E384}" type="pres">
      <dgm:prSet presAssocID="{E86B95C4-D466-4D9A-8F30-4D91689F1D6B}" presName="node" presStyleLbl="node1" presStyleIdx="0" presStyleCnt="3">
        <dgm:presLayoutVars>
          <dgm:bulletEnabled val="1"/>
        </dgm:presLayoutVars>
      </dgm:prSet>
      <dgm:spPr/>
    </dgm:pt>
    <dgm:pt modelId="{99BF4CB8-36C4-48D9-899E-02D88050ECE5}" type="pres">
      <dgm:prSet presAssocID="{A93DE65A-B2F5-4E0C-A630-5F7B85A91BCC}" presName="sibTrans" presStyleLbl="sibTrans2D1" presStyleIdx="0" presStyleCnt="2"/>
      <dgm:spPr/>
    </dgm:pt>
    <dgm:pt modelId="{789C853F-FF69-4EB9-8DE7-F42F110A4FD7}" type="pres">
      <dgm:prSet presAssocID="{A93DE65A-B2F5-4E0C-A630-5F7B85A91BCC}" presName="connectorText" presStyleLbl="sibTrans2D1" presStyleIdx="0" presStyleCnt="2"/>
      <dgm:spPr/>
    </dgm:pt>
    <dgm:pt modelId="{BFCB1E20-8788-4AAB-9A02-C0BA429DA07B}" type="pres">
      <dgm:prSet presAssocID="{2FFF2892-8042-412B-81FB-E0BCCBA6F9F6}" presName="node" presStyleLbl="node1" presStyleIdx="1" presStyleCnt="3">
        <dgm:presLayoutVars>
          <dgm:bulletEnabled val="1"/>
        </dgm:presLayoutVars>
      </dgm:prSet>
      <dgm:spPr/>
    </dgm:pt>
    <dgm:pt modelId="{F6E155AC-2FF7-409A-B496-1304A77ED5AB}" type="pres">
      <dgm:prSet presAssocID="{D603181D-B5BA-4D87-BCD9-AEFB1A2671E0}" presName="sibTrans" presStyleLbl="sibTrans2D1" presStyleIdx="1" presStyleCnt="2"/>
      <dgm:spPr/>
    </dgm:pt>
    <dgm:pt modelId="{6F58D9CF-2CAA-4998-ABA5-7B966BC56908}" type="pres">
      <dgm:prSet presAssocID="{D603181D-B5BA-4D87-BCD9-AEFB1A2671E0}" presName="connectorText" presStyleLbl="sibTrans2D1" presStyleIdx="1" presStyleCnt="2"/>
      <dgm:spPr/>
    </dgm:pt>
    <dgm:pt modelId="{E187F261-C697-4361-8EA5-4EBDA91A590C}" type="pres">
      <dgm:prSet presAssocID="{F1C37DE5-9BDA-4AF4-A8E7-12D01F38F58F}" presName="node" presStyleLbl="node1" presStyleIdx="2" presStyleCnt="3">
        <dgm:presLayoutVars>
          <dgm:bulletEnabled val="1"/>
        </dgm:presLayoutVars>
      </dgm:prSet>
      <dgm:spPr/>
    </dgm:pt>
  </dgm:ptLst>
  <dgm:cxnLst>
    <dgm:cxn modelId="{22AE5B0C-768F-402C-8400-D366CD10F0E7}" type="presOf" srcId="{2FFF2892-8042-412B-81FB-E0BCCBA6F9F6}" destId="{BFCB1E20-8788-4AAB-9A02-C0BA429DA07B}" srcOrd="0" destOrd="0" presId="urn:microsoft.com/office/officeart/2005/8/layout/process5"/>
    <dgm:cxn modelId="{EE4D5418-F09D-4BC7-9CCE-44A02D07B6B2}" type="presOf" srcId="{E86B95C4-D466-4D9A-8F30-4D91689F1D6B}" destId="{7F50FD94-BAE5-49E0-96C4-980C5FE8E384}" srcOrd="0" destOrd="0" presId="urn:microsoft.com/office/officeart/2005/8/layout/process5"/>
    <dgm:cxn modelId="{BD36B719-30D5-4E4C-B93E-D05865A1100E}" type="presOf" srcId="{F1C37DE5-9BDA-4AF4-A8E7-12D01F38F58F}" destId="{E187F261-C697-4361-8EA5-4EBDA91A590C}" srcOrd="0" destOrd="0" presId="urn:microsoft.com/office/officeart/2005/8/layout/process5"/>
    <dgm:cxn modelId="{3B0F392C-87BD-4E13-8F24-A8D0EBE5D011}" type="presOf" srcId="{A93DE65A-B2F5-4E0C-A630-5F7B85A91BCC}" destId="{789C853F-FF69-4EB9-8DE7-F42F110A4FD7}" srcOrd="1" destOrd="0" presId="urn:microsoft.com/office/officeart/2005/8/layout/process5"/>
    <dgm:cxn modelId="{BDCC4938-AD39-4EEB-B321-27E91137A55E}" srcId="{6CA248ED-B1DA-41F9-A1DF-26E58265368A}" destId="{F1C37DE5-9BDA-4AF4-A8E7-12D01F38F58F}" srcOrd="2" destOrd="0" parTransId="{8C155B77-415E-4ED4-ADEA-DD43F55FA3F9}" sibTransId="{F9846103-24C3-4B94-9D6E-D7C1217AE973}"/>
    <dgm:cxn modelId="{3079D33F-B80E-4094-87D3-2B9CDC4ECC6A}" type="presOf" srcId="{A93DE65A-B2F5-4E0C-A630-5F7B85A91BCC}" destId="{99BF4CB8-36C4-48D9-899E-02D88050ECE5}" srcOrd="0" destOrd="0" presId="urn:microsoft.com/office/officeart/2005/8/layout/process5"/>
    <dgm:cxn modelId="{CE654898-E1BE-4E92-9B78-E169C9078AB3}" type="presOf" srcId="{D603181D-B5BA-4D87-BCD9-AEFB1A2671E0}" destId="{6F58D9CF-2CAA-4998-ABA5-7B966BC56908}" srcOrd="1" destOrd="0" presId="urn:microsoft.com/office/officeart/2005/8/layout/process5"/>
    <dgm:cxn modelId="{2C830EBA-E12F-4456-802A-CAFD467BD9F5}" srcId="{6CA248ED-B1DA-41F9-A1DF-26E58265368A}" destId="{E86B95C4-D466-4D9A-8F30-4D91689F1D6B}" srcOrd="0" destOrd="0" parTransId="{BDCC8B39-93F6-49AF-B8C8-20D1EE0E979F}" sibTransId="{A93DE65A-B2F5-4E0C-A630-5F7B85A91BCC}"/>
    <dgm:cxn modelId="{9E57C5CB-C5D0-47BD-ADC5-AAD1EF9D8A6F}" type="presOf" srcId="{6CA248ED-B1DA-41F9-A1DF-26E58265368A}" destId="{FDF2D1AD-6A2E-4F9B-9AD2-C8D9F15169A5}" srcOrd="0" destOrd="0" presId="urn:microsoft.com/office/officeart/2005/8/layout/process5"/>
    <dgm:cxn modelId="{6DAF0BD2-0980-401E-B2F3-65FF1174F58B}" srcId="{6CA248ED-B1DA-41F9-A1DF-26E58265368A}" destId="{2FFF2892-8042-412B-81FB-E0BCCBA6F9F6}" srcOrd="1" destOrd="0" parTransId="{E430B73E-B439-41F4-A361-2CD0828DB18B}" sibTransId="{D603181D-B5BA-4D87-BCD9-AEFB1A2671E0}"/>
    <dgm:cxn modelId="{310D56F3-BD46-4ADB-B5B3-77F7AFB852AB}" type="presOf" srcId="{D603181D-B5BA-4D87-BCD9-AEFB1A2671E0}" destId="{F6E155AC-2FF7-409A-B496-1304A77ED5AB}" srcOrd="0" destOrd="0" presId="urn:microsoft.com/office/officeart/2005/8/layout/process5"/>
    <dgm:cxn modelId="{48F77A08-3876-4782-8796-98F42E518918}" type="presParOf" srcId="{FDF2D1AD-6A2E-4F9B-9AD2-C8D9F15169A5}" destId="{7F50FD94-BAE5-49E0-96C4-980C5FE8E384}" srcOrd="0" destOrd="0" presId="urn:microsoft.com/office/officeart/2005/8/layout/process5"/>
    <dgm:cxn modelId="{A7F009D6-67F7-4869-BE67-55905BF4068F}" type="presParOf" srcId="{FDF2D1AD-6A2E-4F9B-9AD2-C8D9F15169A5}" destId="{99BF4CB8-36C4-48D9-899E-02D88050ECE5}" srcOrd="1" destOrd="0" presId="urn:microsoft.com/office/officeart/2005/8/layout/process5"/>
    <dgm:cxn modelId="{3F6B5ED7-160C-4661-B635-9221B2C58351}" type="presParOf" srcId="{99BF4CB8-36C4-48D9-899E-02D88050ECE5}" destId="{789C853F-FF69-4EB9-8DE7-F42F110A4FD7}" srcOrd="0" destOrd="0" presId="urn:microsoft.com/office/officeart/2005/8/layout/process5"/>
    <dgm:cxn modelId="{A4F2DF8D-2F52-41E6-89B1-0A588C7EBBB0}" type="presParOf" srcId="{FDF2D1AD-6A2E-4F9B-9AD2-C8D9F15169A5}" destId="{BFCB1E20-8788-4AAB-9A02-C0BA429DA07B}" srcOrd="2" destOrd="0" presId="urn:microsoft.com/office/officeart/2005/8/layout/process5"/>
    <dgm:cxn modelId="{93A669D1-D737-4810-A288-0D9415CBA1E1}" type="presParOf" srcId="{FDF2D1AD-6A2E-4F9B-9AD2-C8D9F15169A5}" destId="{F6E155AC-2FF7-409A-B496-1304A77ED5AB}" srcOrd="3" destOrd="0" presId="urn:microsoft.com/office/officeart/2005/8/layout/process5"/>
    <dgm:cxn modelId="{306A9CC5-B03B-422A-A046-547761923A86}" type="presParOf" srcId="{F6E155AC-2FF7-409A-B496-1304A77ED5AB}" destId="{6F58D9CF-2CAA-4998-ABA5-7B966BC56908}" srcOrd="0" destOrd="0" presId="urn:microsoft.com/office/officeart/2005/8/layout/process5"/>
    <dgm:cxn modelId="{8D27E070-73D6-49A9-9A06-7F59A1B642C4}" type="presParOf" srcId="{FDF2D1AD-6A2E-4F9B-9AD2-C8D9F15169A5}" destId="{E187F261-C697-4361-8EA5-4EBDA91A590C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30D9D3-57E4-4EEA-8D73-26588C69AD7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1EB0412-3804-4199-91C5-F79282168B7C}">
      <dgm:prSet/>
      <dgm:spPr/>
      <dgm:t>
        <a:bodyPr/>
        <a:lstStyle/>
        <a:p>
          <a:r>
            <a:rPr lang="en-US"/>
            <a:t>Indicador cuantitativo del rendimiento individual o del equipo.</a:t>
          </a:r>
        </a:p>
      </dgm:t>
    </dgm:pt>
    <dgm:pt modelId="{DB62CA7F-9AAE-43C9-83F7-62278DB22394}" type="parTrans" cxnId="{80F0FA03-065C-407D-9E1B-5778BC53B3F8}">
      <dgm:prSet/>
      <dgm:spPr/>
      <dgm:t>
        <a:bodyPr/>
        <a:lstStyle/>
        <a:p>
          <a:endParaRPr lang="en-US"/>
        </a:p>
      </dgm:t>
    </dgm:pt>
    <dgm:pt modelId="{230051B1-11A5-4894-8CFE-FFF83761ED52}" type="sibTrans" cxnId="{80F0FA03-065C-407D-9E1B-5778BC53B3F8}">
      <dgm:prSet/>
      <dgm:spPr/>
      <dgm:t>
        <a:bodyPr/>
        <a:lstStyle/>
        <a:p>
          <a:endParaRPr lang="en-US"/>
        </a:p>
      </dgm:t>
    </dgm:pt>
    <dgm:pt modelId="{E473C2FC-4D35-43F0-A201-F0618EDCBFE1}">
      <dgm:prSet/>
      <dgm:spPr/>
      <dgm:t>
        <a:bodyPr/>
        <a:lstStyle/>
        <a:p>
          <a:r>
            <a:rPr lang="en-US"/>
            <a:t>Evalúa eficiencia, calidad, entrega y colaboración.</a:t>
          </a:r>
        </a:p>
      </dgm:t>
    </dgm:pt>
    <dgm:pt modelId="{6E51532F-8AD1-4B21-816A-32F332E0290E}" type="parTrans" cxnId="{4EA4C16F-1E7A-42D6-BD4C-05E1F1D9DF6D}">
      <dgm:prSet/>
      <dgm:spPr/>
      <dgm:t>
        <a:bodyPr/>
        <a:lstStyle/>
        <a:p>
          <a:endParaRPr lang="en-US"/>
        </a:p>
      </dgm:t>
    </dgm:pt>
    <dgm:pt modelId="{1D9F26A1-9854-4019-AC8E-D6B583640B15}" type="sibTrans" cxnId="{4EA4C16F-1E7A-42D6-BD4C-05E1F1D9DF6D}">
      <dgm:prSet/>
      <dgm:spPr/>
      <dgm:t>
        <a:bodyPr/>
        <a:lstStyle/>
        <a:p>
          <a:endParaRPr lang="en-US"/>
        </a:p>
      </dgm:t>
    </dgm:pt>
    <dgm:pt modelId="{4B1FC449-6229-41BE-9BC4-903F5E92D347}">
      <dgm:prSet/>
      <dgm:spPr/>
      <dgm:t>
        <a:bodyPr/>
        <a:lstStyle/>
        <a:p>
          <a:r>
            <a:rPr lang="en-US"/>
            <a:t>No debe usarse de forma punitiva.</a:t>
          </a:r>
        </a:p>
      </dgm:t>
    </dgm:pt>
    <dgm:pt modelId="{E49E5296-9E9B-4F5B-B249-7B94E6E2E8AB}" type="parTrans" cxnId="{C00493AC-BFC4-48CE-A0EA-4AFC1AEAE8D5}">
      <dgm:prSet/>
      <dgm:spPr/>
      <dgm:t>
        <a:bodyPr/>
        <a:lstStyle/>
        <a:p>
          <a:endParaRPr lang="en-US"/>
        </a:p>
      </dgm:t>
    </dgm:pt>
    <dgm:pt modelId="{571B78C5-AFFA-4195-9CEA-C32A129265AC}" type="sibTrans" cxnId="{C00493AC-BFC4-48CE-A0EA-4AFC1AEAE8D5}">
      <dgm:prSet/>
      <dgm:spPr/>
      <dgm:t>
        <a:bodyPr/>
        <a:lstStyle/>
        <a:p>
          <a:endParaRPr lang="en-US"/>
        </a:p>
      </dgm:t>
    </dgm:pt>
    <dgm:pt modelId="{E10DF70E-F55F-477D-851D-C078EA0354AF}" type="pres">
      <dgm:prSet presAssocID="{1A30D9D3-57E4-4EEA-8D73-26588C69AD7D}" presName="linear" presStyleCnt="0">
        <dgm:presLayoutVars>
          <dgm:animLvl val="lvl"/>
          <dgm:resizeHandles val="exact"/>
        </dgm:presLayoutVars>
      </dgm:prSet>
      <dgm:spPr/>
    </dgm:pt>
    <dgm:pt modelId="{2BCB8E44-1A63-41F3-A3EF-934825C72D0D}" type="pres">
      <dgm:prSet presAssocID="{91EB0412-3804-4199-91C5-F79282168B7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6150E05-EB30-4987-8E85-03A186C31F5B}" type="pres">
      <dgm:prSet presAssocID="{230051B1-11A5-4894-8CFE-FFF83761ED52}" presName="spacer" presStyleCnt="0"/>
      <dgm:spPr/>
    </dgm:pt>
    <dgm:pt modelId="{AE55DA7D-3CF4-48E5-B508-8880E2B23C7E}" type="pres">
      <dgm:prSet presAssocID="{E473C2FC-4D35-43F0-A201-F0618EDCBFE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2E68B15-5B6C-4297-B170-D34D02CC69BF}" type="pres">
      <dgm:prSet presAssocID="{1D9F26A1-9854-4019-AC8E-D6B583640B15}" presName="spacer" presStyleCnt="0"/>
      <dgm:spPr/>
    </dgm:pt>
    <dgm:pt modelId="{DFE35BDB-5361-484A-B4C4-7466A359DC31}" type="pres">
      <dgm:prSet presAssocID="{4B1FC449-6229-41BE-9BC4-903F5E92D34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0F0FA03-065C-407D-9E1B-5778BC53B3F8}" srcId="{1A30D9D3-57E4-4EEA-8D73-26588C69AD7D}" destId="{91EB0412-3804-4199-91C5-F79282168B7C}" srcOrd="0" destOrd="0" parTransId="{DB62CA7F-9AAE-43C9-83F7-62278DB22394}" sibTransId="{230051B1-11A5-4894-8CFE-FFF83761ED52}"/>
    <dgm:cxn modelId="{48C3554A-43FD-4CC9-BBE1-AAA2D262C3BA}" type="presOf" srcId="{91EB0412-3804-4199-91C5-F79282168B7C}" destId="{2BCB8E44-1A63-41F3-A3EF-934825C72D0D}" srcOrd="0" destOrd="0" presId="urn:microsoft.com/office/officeart/2005/8/layout/vList2"/>
    <dgm:cxn modelId="{4EA4C16F-1E7A-42D6-BD4C-05E1F1D9DF6D}" srcId="{1A30D9D3-57E4-4EEA-8D73-26588C69AD7D}" destId="{E473C2FC-4D35-43F0-A201-F0618EDCBFE1}" srcOrd="1" destOrd="0" parTransId="{6E51532F-8AD1-4B21-816A-32F332E0290E}" sibTransId="{1D9F26A1-9854-4019-AC8E-D6B583640B15}"/>
    <dgm:cxn modelId="{41DFE879-E737-4122-9EBD-0189BB047386}" type="presOf" srcId="{1A30D9D3-57E4-4EEA-8D73-26588C69AD7D}" destId="{E10DF70E-F55F-477D-851D-C078EA0354AF}" srcOrd="0" destOrd="0" presId="urn:microsoft.com/office/officeart/2005/8/layout/vList2"/>
    <dgm:cxn modelId="{CA394092-C533-4364-ABD9-46DAA87B3367}" type="presOf" srcId="{E473C2FC-4D35-43F0-A201-F0618EDCBFE1}" destId="{AE55DA7D-3CF4-48E5-B508-8880E2B23C7E}" srcOrd="0" destOrd="0" presId="urn:microsoft.com/office/officeart/2005/8/layout/vList2"/>
    <dgm:cxn modelId="{47459297-ED8B-46D9-AFB7-F3B4B91694DA}" type="presOf" srcId="{4B1FC449-6229-41BE-9BC4-903F5E92D347}" destId="{DFE35BDB-5361-484A-B4C4-7466A359DC31}" srcOrd="0" destOrd="0" presId="urn:microsoft.com/office/officeart/2005/8/layout/vList2"/>
    <dgm:cxn modelId="{C00493AC-BFC4-48CE-A0EA-4AFC1AEAE8D5}" srcId="{1A30D9D3-57E4-4EEA-8D73-26588C69AD7D}" destId="{4B1FC449-6229-41BE-9BC4-903F5E92D347}" srcOrd="2" destOrd="0" parTransId="{E49E5296-9E9B-4F5B-B249-7B94E6E2E8AB}" sibTransId="{571B78C5-AFFA-4195-9CEA-C32A129265AC}"/>
    <dgm:cxn modelId="{9EF97184-A32D-4FD6-9ABB-F1A6CB957098}" type="presParOf" srcId="{E10DF70E-F55F-477D-851D-C078EA0354AF}" destId="{2BCB8E44-1A63-41F3-A3EF-934825C72D0D}" srcOrd="0" destOrd="0" presId="urn:microsoft.com/office/officeart/2005/8/layout/vList2"/>
    <dgm:cxn modelId="{39529BC7-B1FD-4DE2-88B9-A42AA7B83360}" type="presParOf" srcId="{E10DF70E-F55F-477D-851D-C078EA0354AF}" destId="{16150E05-EB30-4987-8E85-03A186C31F5B}" srcOrd="1" destOrd="0" presId="urn:microsoft.com/office/officeart/2005/8/layout/vList2"/>
    <dgm:cxn modelId="{1CC76BB4-71E2-48DE-A20E-2C5179FD3B81}" type="presParOf" srcId="{E10DF70E-F55F-477D-851D-C078EA0354AF}" destId="{AE55DA7D-3CF4-48E5-B508-8880E2B23C7E}" srcOrd="2" destOrd="0" presId="urn:microsoft.com/office/officeart/2005/8/layout/vList2"/>
    <dgm:cxn modelId="{C91487D8-3B60-4313-ABCD-A3D2C7AD86F9}" type="presParOf" srcId="{E10DF70E-F55F-477D-851D-C078EA0354AF}" destId="{F2E68B15-5B6C-4297-B170-D34D02CC69BF}" srcOrd="3" destOrd="0" presId="urn:microsoft.com/office/officeart/2005/8/layout/vList2"/>
    <dgm:cxn modelId="{01387ABF-4FFE-497B-A2FD-E97B930DB9A8}" type="presParOf" srcId="{E10DF70E-F55F-477D-851D-C078EA0354AF}" destId="{DFE35BDB-5361-484A-B4C4-7466A359DC3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AB9EB3-2E5F-4EB0-A42E-6444D53B901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D148EE2-9B2F-4049-A536-1D2313231D00}">
      <dgm:prSet/>
      <dgm:spPr/>
      <dgm:t>
        <a:bodyPr/>
        <a:lstStyle/>
        <a:p>
          <a:r>
            <a:rPr lang="en-US"/>
            <a:t>1. Líneas de código (LoC)</a:t>
          </a:r>
        </a:p>
      </dgm:t>
    </dgm:pt>
    <dgm:pt modelId="{875FCAD5-B85C-4138-BFCC-80472C4EC786}" type="parTrans" cxnId="{8B9E9669-7F16-4E0E-A631-8C24582A3905}">
      <dgm:prSet/>
      <dgm:spPr/>
      <dgm:t>
        <a:bodyPr/>
        <a:lstStyle/>
        <a:p>
          <a:endParaRPr lang="en-US"/>
        </a:p>
      </dgm:t>
    </dgm:pt>
    <dgm:pt modelId="{5E0F419C-0B60-41D4-A866-69AA7E96C9FD}" type="sibTrans" cxnId="{8B9E9669-7F16-4E0E-A631-8C24582A3905}">
      <dgm:prSet/>
      <dgm:spPr/>
      <dgm:t>
        <a:bodyPr/>
        <a:lstStyle/>
        <a:p>
          <a:endParaRPr lang="en-US"/>
        </a:p>
      </dgm:t>
    </dgm:pt>
    <dgm:pt modelId="{3DDBE7C1-171F-4EEF-8FF6-E94843BF9C25}">
      <dgm:prSet/>
      <dgm:spPr/>
      <dgm:t>
        <a:bodyPr/>
        <a:lstStyle/>
        <a:p>
          <a:r>
            <a:rPr lang="en-US"/>
            <a:t>2. Commits por día/semana</a:t>
          </a:r>
        </a:p>
      </dgm:t>
    </dgm:pt>
    <dgm:pt modelId="{6A869388-8709-4E0A-9353-BFC3C004B9E8}" type="parTrans" cxnId="{0728EFD3-5394-4095-88ED-3B135236DD88}">
      <dgm:prSet/>
      <dgm:spPr/>
      <dgm:t>
        <a:bodyPr/>
        <a:lstStyle/>
        <a:p>
          <a:endParaRPr lang="en-US"/>
        </a:p>
      </dgm:t>
    </dgm:pt>
    <dgm:pt modelId="{A35738A3-2D76-493A-B3D7-22D660F304D7}" type="sibTrans" cxnId="{0728EFD3-5394-4095-88ED-3B135236DD88}">
      <dgm:prSet/>
      <dgm:spPr/>
      <dgm:t>
        <a:bodyPr/>
        <a:lstStyle/>
        <a:p>
          <a:endParaRPr lang="en-US"/>
        </a:p>
      </dgm:t>
    </dgm:pt>
    <dgm:pt modelId="{6E9329A2-1089-4C04-A484-C00AAB07C51A}">
      <dgm:prSet/>
      <dgm:spPr/>
      <dgm:t>
        <a:bodyPr/>
        <a:lstStyle/>
        <a:p>
          <a:r>
            <a:rPr lang="en-US"/>
            <a:t>3. Número de tareas completadas</a:t>
          </a:r>
        </a:p>
      </dgm:t>
    </dgm:pt>
    <dgm:pt modelId="{FB3E5F03-46B2-42BC-B357-49EBA2546D8E}" type="parTrans" cxnId="{9F58663C-A984-4939-9FE3-BAA87FDD4232}">
      <dgm:prSet/>
      <dgm:spPr/>
      <dgm:t>
        <a:bodyPr/>
        <a:lstStyle/>
        <a:p>
          <a:endParaRPr lang="en-US"/>
        </a:p>
      </dgm:t>
    </dgm:pt>
    <dgm:pt modelId="{4959E5EA-6675-42B0-B9F9-2675EA451B94}" type="sibTrans" cxnId="{9F58663C-A984-4939-9FE3-BAA87FDD4232}">
      <dgm:prSet/>
      <dgm:spPr/>
      <dgm:t>
        <a:bodyPr/>
        <a:lstStyle/>
        <a:p>
          <a:endParaRPr lang="en-US"/>
        </a:p>
      </dgm:t>
    </dgm:pt>
    <dgm:pt modelId="{450A989C-77B7-499C-A803-284788D2775B}">
      <dgm:prSet/>
      <dgm:spPr/>
      <dgm:t>
        <a:bodyPr/>
        <a:lstStyle/>
        <a:p>
          <a:r>
            <a:rPr lang="en-US"/>
            <a:t>4. Velocidad de entrega (velocity)</a:t>
          </a:r>
        </a:p>
      </dgm:t>
    </dgm:pt>
    <dgm:pt modelId="{F90294BF-93D4-4317-BF2F-51272659DCAE}" type="parTrans" cxnId="{81BEF58A-16C4-4C31-8A34-EDD7BB1A10DB}">
      <dgm:prSet/>
      <dgm:spPr/>
      <dgm:t>
        <a:bodyPr/>
        <a:lstStyle/>
        <a:p>
          <a:endParaRPr lang="en-US"/>
        </a:p>
      </dgm:t>
    </dgm:pt>
    <dgm:pt modelId="{ED0E4834-D145-4A2A-945B-00679E792F56}" type="sibTrans" cxnId="{81BEF58A-16C4-4C31-8A34-EDD7BB1A10DB}">
      <dgm:prSet/>
      <dgm:spPr/>
      <dgm:t>
        <a:bodyPr/>
        <a:lstStyle/>
        <a:p>
          <a:endParaRPr lang="en-US"/>
        </a:p>
      </dgm:t>
    </dgm:pt>
    <dgm:pt modelId="{BC1EAB92-1ABE-4D23-85D7-29309831006F}">
      <dgm:prSet/>
      <dgm:spPr/>
      <dgm:t>
        <a:bodyPr/>
        <a:lstStyle/>
        <a:p>
          <a:r>
            <a:rPr lang="en-US"/>
            <a:t>5. Tasa de errores o bugs</a:t>
          </a:r>
        </a:p>
      </dgm:t>
    </dgm:pt>
    <dgm:pt modelId="{D2D4FC34-5DB4-4051-B49F-D6BBC4314B63}" type="parTrans" cxnId="{090ABE73-E349-43FC-9FF4-75DF6F51B09A}">
      <dgm:prSet/>
      <dgm:spPr/>
      <dgm:t>
        <a:bodyPr/>
        <a:lstStyle/>
        <a:p>
          <a:endParaRPr lang="en-US"/>
        </a:p>
      </dgm:t>
    </dgm:pt>
    <dgm:pt modelId="{56219423-82A8-4CBF-9D4F-28652CA12587}" type="sibTrans" cxnId="{090ABE73-E349-43FC-9FF4-75DF6F51B09A}">
      <dgm:prSet/>
      <dgm:spPr/>
      <dgm:t>
        <a:bodyPr/>
        <a:lstStyle/>
        <a:p>
          <a:endParaRPr lang="en-US"/>
        </a:p>
      </dgm:t>
    </dgm:pt>
    <dgm:pt modelId="{4B515395-022B-4608-89F1-B9F48411E3F3}">
      <dgm:prSet/>
      <dgm:spPr/>
      <dgm:t>
        <a:bodyPr/>
        <a:lstStyle/>
        <a:p>
          <a:r>
            <a:rPr lang="en-US"/>
            <a:t>6. Revisión de código (pull requests)</a:t>
          </a:r>
        </a:p>
      </dgm:t>
    </dgm:pt>
    <dgm:pt modelId="{01AC06F3-E90B-4B9C-BA9D-C01C3B97A87C}" type="parTrans" cxnId="{03FA0DC4-6972-4A5D-B05B-A3A0B1C51202}">
      <dgm:prSet/>
      <dgm:spPr/>
      <dgm:t>
        <a:bodyPr/>
        <a:lstStyle/>
        <a:p>
          <a:endParaRPr lang="en-US"/>
        </a:p>
      </dgm:t>
    </dgm:pt>
    <dgm:pt modelId="{0D197EB4-C605-49C2-8602-8C736A25FF63}" type="sibTrans" cxnId="{03FA0DC4-6972-4A5D-B05B-A3A0B1C51202}">
      <dgm:prSet/>
      <dgm:spPr/>
      <dgm:t>
        <a:bodyPr/>
        <a:lstStyle/>
        <a:p>
          <a:endParaRPr lang="en-US"/>
        </a:p>
      </dgm:t>
    </dgm:pt>
    <dgm:pt modelId="{2ADCBC4A-A271-4216-869B-C6B1F18AFEC1}">
      <dgm:prSet/>
      <dgm:spPr/>
      <dgm:t>
        <a:bodyPr/>
        <a:lstStyle/>
        <a:p>
          <a:r>
            <a:rPr lang="en-US"/>
            <a:t>7. Tiempo de ciclo (cycle time)</a:t>
          </a:r>
        </a:p>
      </dgm:t>
    </dgm:pt>
    <dgm:pt modelId="{C1B66B7B-D5D8-4980-B49C-528DD08EA1C7}" type="parTrans" cxnId="{4772A002-5F92-4C7D-BBBE-48923B734A2C}">
      <dgm:prSet/>
      <dgm:spPr/>
      <dgm:t>
        <a:bodyPr/>
        <a:lstStyle/>
        <a:p>
          <a:endParaRPr lang="en-US"/>
        </a:p>
      </dgm:t>
    </dgm:pt>
    <dgm:pt modelId="{90981C44-5AE1-4AEA-AB2C-19E47122207A}" type="sibTrans" cxnId="{4772A002-5F92-4C7D-BBBE-48923B734A2C}">
      <dgm:prSet/>
      <dgm:spPr/>
      <dgm:t>
        <a:bodyPr/>
        <a:lstStyle/>
        <a:p>
          <a:endParaRPr lang="en-US"/>
        </a:p>
      </dgm:t>
    </dgm:pt>
    <dgm:pt modelId="{C3872291-C855-46C0-986A-375D504400B9}" type="pres">
      <dgm:prSet presAssocID="{98AB9EB3-2E5F-4EB0-A42E-6444D53B901A}" presName="linear" presStyleCnt="0">
        <dgm:presLayoutVars>
          <dgm:animLvl val="lvl"/>
          <dgm:resizeHandles val="exact"/>
        </dgm:presLayoutVars>
      </dgm:prSet>
      <dgm:spPr/>
    </dgm:pt>
    <dgm:pt modelId="{9B719D09-4517-4D82-8BC7-E52D3B7EF526}" type="pres">
      <dgm:prSet presAssocID="{ED148EE2-9B2F-4049-A536-1D2313231D00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6624387-0718-4442-BA52-88E1666BF84D}" type="pres">
      <dgm:prSet presAssocID="{5E0F419C-0B60-41D4-A866-69AA7E96C9FD}" presName="spacer" presStyleCnt="0"/>
      <dgm:spPr/>
    </dgm:pt>
    <dgm:pt modelId="{339B59B8-732E-4614-B411-F6707AC7AA00}" type="pres">
      <dgm:prSet presAssocID="{3DDBE7C1-171F-4EEF-8FF6-E94843BF9C2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738E399-381F-48F2-B800-5FF415A22FE4}" type="pres">
      <dgm:prSet presAssocID="{A35738A3-2D76-493A-B3D7-22D660F304D7}" presName="spacer" presStyleCnt="0"/>
      <dgm:spPr/>
    </dgm:pt>
    <dgm:pt modelId="{D2393657-B72D-4A04-B11A-9EDEBBA4B98C}" type="pres">
      <dgm:prSet presAssocID="{6E9329A2-1089-4C04-A484-C00AAB07C51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FCEFB80-D3D7-4FCB-8A76-B5D929C607FE}" type="pres">
      <dgm:prSet presAssocID="{4959E5EA-6675-42B0-B9F9-2675EA451B94}" presName="spacer" presStyleCnt="0"/>
      <dgm:spPr/>
    </dgm:pt>
    <dgm:pt modelId="{B361B8F9-E62B-4D56-8721-461409F443E0}" type="pres">
      <dgm:prSet presAssocID="{450A989C-77B7-499C-A803-284788D2775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2DBF840-F146-4BDF-877D-0C57AF41D50C}" type="pres">
      <dgm:prSet presAssocID="{ED0E4834-D145-4A2A-945B-00679E792F56}" presName="spacer" presStyleCnt="0"/>
      <dgm:spPr/>
    </dgm:pt>
    <dgm:pt modelId="{1D1722AA-F2F3-46C7-B25B-90C8C813C0D1}" type="pres">
      <dgm:prSet presAssocID="{BC1EAB92-1ABE-4D23-85D7-29309831006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8B3A1DDD-EB68-4143-BEB1-7D468402D09D}" type="pres">
      <dgm:prSet presAssocID="{56219423-82A8-4CBF-9D4F-28652CA12587}" presName="spacer" presStyleCnt="0"/>
      <dgm:spPr/>
    </dgm:pt>
    <dgm:pt modelId="{FDE3CBA4-EA58-4496-BF36-66F0F2AC18CA}" type="pres">
      <dgm:prSet presAssocID="{4B515395-022B-4608-89F1-B9F48411E3F3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6DFA348-3F27-4B1E-910C-26B7072D0AE5}" type="pres">
      <dgm:prSet presAssocID="{0D197EB4-C605-49C2-8602-8C736A25FF63}" presName="spacer" presStyleCnt="0"/>
      <dgm:spPr/>
    </dgm:pt>
    <dgm:pt modelId="{89ACC2FB-3944-4D0B-B4A5-F12F922BF89A}" type="pres">
      <dgm:prSet presAssocID="{2ADCBC4A-A271-4216-869B-C6B1F18AFEC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772A002-5F92-4C7D-BBBE-48923B734A2C}" srcId="{98AB9EB3-2E5F-4EB0-A42E-6444D53B901A}" destId="{2ADCBC4A-A271-4216-869B-C6B1F18AFEC1}" srcOrd="6" destOrd="0" parTransId="{C1B66B7B-D5D8-4980-B49C-528DD08EA1C7}" sibTransId="{90981C44-5AE1-4AEA-AB2C-19E47122207A}"/>
    <dgm:cxn modelId="{9917EB0C-EAEF-4C03-827A-4C35B134F534}" type="presOf" srcId="{98AB9EB3-2E5F-4EB0-A42E-6444D53B901A}" destId="{C3872291-C855-46C0-986A-375D504400B9}" srcOrd="0" destOrd="0" presId="urn:microsoft.com/office/officeart/2005/8/layout/vList2"/>
    <dgm:cxn modelId="{4EA9D423-0F86-407A-9F8E-436C1C7502C9}" type="presOf" srcId="{6E9329A2-1089-4C04-A484-C00AAB07C51A}" destId="{D2393657-B72D-4A04-B11A-9EDEBBA4B98C}" srcOrd="0" destOrd="0" presId="urn:microsoft.com/office/officeart/2005/8/layout/vList2"/>
    <dgm:cxn modelId="{9F58663C-A984-4939-9FE3-BAA87FDD4232}" srcId="{98AB9EB3-2E5F-4EB0-A42E-6444D53B901A}" destId="{6E9329A2-1089-4C04-A484-C00AAB07C51A}" srcOrd="2" destOrd="0" parTransId="{FB3E5F03-46B2-42BC-B357-49EBA2546D8E}" sibTransId="{4959E5EA-6675-42B0-B9F9-2675EA451B94}"/>
    <dgm:cxn modelId="{80F29B42-BEEA-404B-9157-7D8EBD52B473}" type="presOf" srcId="{450A989C-77B7-499C-A803-284788D2775B}" destId="{B361B8F9-E62B-4D56-8721-461409F443E0}" srcOrd="0" destOrd="0" presId="urn:microsoft.com/office/officeart/2005/8/layout/vList2"/>
    <dgm:cxn modelId="{8B9E9669-7F16-4E0E-A631-8C24582A3905}" srcId="{98AB9EB3-2E5F-4EB0-A42E-6444D53B901A}" destId="{ED148EE2-9B2F-4049-A536-1D2313231D00}" srcOrd="0" destOrd="0" parTransId="{875FCAD5-B85C-4138-BFCC-80472C4EC786}" sibTransId="{5E0F419C-0B60-41D4-A866-69AA7E96C9FD}"/>
    <dgm:cxn modelId="{090ABE73-E349-43FC-9FF4-75DF6F51B09A}" srcId="{98AB9EB3-2E5F-4EB0-A42E-6444D53B901A}" destId="{BC1EAB92-1ABE-4D23-85D7-29309831006F}" srcOrd="4" destOrd="0" parTransId="{D2D4FC34-5DB4-4051-B49F-D6BBC4314B63}" sibTransId="{56219423-82A8-4CBF-9D4F-28652CA12587}"/>
    <dgm:cxn modelId="{1042AF88-C022-466D-8436-42F8F6F1B9B3}" type="presOf" srcId="{BC1EAB92-1ABE-4D23-85D7-29309831006F}" destId="{1D1722AA-F2F3-46C7-B25B-90C8C813C0D1}" srcOrd="0" destOrd="0" presId="urn:microsoft.com/office/officeart/2005/8/layout/vList2"/>
    <dgm:cxn modelId="{81BEF58A-16C4-4C31-8A34-EDD7BB1A10DB}" srcId="{98AB9EB3-2E5F-4EB0-A42E-6444D53B901A}" destId="{450A989C-77B7-499C-A803-284788D2775B}" srcOrd="3" destOrd="0" parTransId="{F90294BF-93D4-4317-BF2F-51272659DCAE}" sibTransId="{ED0E4834-D145-4A2A-945B-00679E792F56}"/>
    <dgm:cxn modelId="{C92FB1AF-6254-498F-9A79-BC244B3EA06B}" type="presOf" srcId="{2ADCBC4A-A271-4216-869B-C6B1F18AFEC1}" destId="{89ACC2FB-3944-4D0B-B4A5-F12F922BF89A}" srcOrd="0" destOrd="0" presId="urn:microsoft.com/office/officeart/2005/8/layout/vList2"/>
    <dgm:cxn modelId="{58B85EB2-7613-49B8-9D25-C0CDA72C4B61}" type="presOf" srcId="{ED148EE2-9B2F-4049-A536-1D2313231D00}" destId="{9B719D09-4517-4D82-8BC7-E52D3B7EF526}" srcOrd="0" destOrd="0" presId="urn:microsoft.com/office/officeart/2005/8/layout/vList2"/>
    <dgm:cxn modelId="{AB863CBD-A409-4869-BB57-28C48A908B86}" type="presOf" srcId="{3DDBE7C1-171F-4EEF-8FF6-E94843BF9C25}" destId="{339B59B8-732E-4614-B411-F6707AC7AA00}" srcOrd="0" destOrd="0" presId="urn:microsoft.com/office/officeart/2005/8/layout/vList2"/>
    <dgm:cxn modelId="{03FA0DC4-6972-4A5D-B05B-A3A0B1C51202}" srcId="{98AB9EB3-2E5F-4EB0-A42E-6444D53B901A}" destId="{4B515395-022B-4608-89F1-B9F48411E3F3}" srcOrd="5" destOrd="0" parTransId="{01AC06F3-E90B-4B9C-BA9D-C01C3B97A87C}" sibTransId="{0D197EB4-C605-49C2-8602-8C736A25FF63}"/>
    <dgm:cxn modelId="{0728EFD3-5394-4095-88ED-3B135236DD88}" srcId="{98AB9EB3-2E5F-4EB0-A42E-6444D53B901A}" destId="{3DDBE7C1-171F-4EEF-8FF6-E94843BF9C25}" srcOrd="1" destOrd="0" parTransId="{6A869388-8709-4E0A-9353-BFC3C004B9E8}" sibTransId="{A35738A3-2D76-493A-B3D7-22D660F304D7}"/>
    <dgm:cxn modelId="{D38753D5-C9F4-47BE-A376-C035A68866F9}" type="presOf" srcId="{4B515395-022B-4608-89F1-B9F48411E3F3}" destId="{FDE3CBA4-EA58-4496-BF36-66F0F2AC18CA}" srcOrd="0" destOrd="0" presId="urn:microsoft.com/office/officeart/2005/8/layout/vList2"/>
    <dgm:cxn modelId="{7B0D2ECE-3284-48F5-A8AA-BCB7A12F50CE}" type="presParOf" srcId="{C3872291-C855-46C0-986A-375D504400B9}" destId="{9B719D09-4517-4D82-8BC7-E52D3B7EF526}" srcOrd="0" destOrd="0" presId="urn:microsoft.com/office/officeart/2005/8/layout/vList2"/>
    <dgm:cxn modelId="{D77576B6-7FF3-437C-B2AC-3D5295AFF43B}" type="presParOf" srcId="{C3872291-C855-46C0-986A-375D504400B9}" destId="{86624387-0718-4442-BA52-88E1666BF84D}" srcOrd="1" destOrd="0" presId="urn:microsoft.com/office/officeart/2005/8/layout/vList2"/>
    <dgm:cxn modelId="{A7320814-8E43-4EEF-9ED0-E44E6C7A303A}" type="presParOf" srcId="{C3872291-C855-46C0-986A-375D504400B9}" destId="{339B59B8-732E-4614-B411-F6707AC7AA00}" srcOrd="2" destOrd="0" presId="urn:microsoft.com/office/officeart/2005/8/layout/vList2"/>
    <dgm:cxn modelId="{655AA66F-9326-46E3-87A4-04F3F85197F8}" type="presParOf" srcId="{C3872291-C855-46C0-986A-375D504400B9}" destId="{A738E399-381F-48F2-B800-5FF415A22FE4}" srcOrd="3" destOrd="0" presId="urn:microsoft.com/office/officeart/2005/8/layout/vList2"/>
    <dgm:cxn modelId="{6328464F-3E96-4B73-89AF-F3E219BD9D2E}" type="presParOf" srcId="{C3872291-C855-46C0-986A-375D504400B9}" destId="{D2393657-B72D-4A04-B11A-9EDEBBA4B98C}" srcOrd="4" destOrd="0" presId="urn:microsoft.com/office/officeart/2005/8/layout/vList2"/>
    <dgm:cxn modelId="{58998353-5027-4BF1-8C6A-4EF40F434966}" type="presParOf" srcId="{C3872291-C855-46C0-986A-375D504400B9}" destId="{8FCEFB80-D3D7-4FCB-8A76-B5D929C607FE}" srcOrd="5" destOrd="0" presId="urn:microsoft.com/office/officeart/2005/8/layout/vList2"/>
    <dgm:cxn modelId="{AFD9AD67-6336-4513-A883-B787BBE46020}" type="presParOf" srcId="{C3872291-C855-46C0-986A-375D504400B9}" destId="{B361B8F9-E62B-4D56-8721-461409F443E0}" srcOrd="6" destOrd="0" presId="urn:microsoft.com/office/officeart/2005/8/layout/vList2"/>
    <dgm:cxn modelId="{C051CE8B-4CD9-4F42-96E3-7356EFA867E7}" type="presParOf" srcId="{C3872291-C855-46C0-986A-375D504400B9}" destId="{62DBF840-F146-4BDF-877D-0C57AF41D50C}" srcOrd="7" destOrd="0" presId="urn:microsoft.com/office/officeart/2005/8/layout/vList2"/>
    <dgm:cxn modelId="{3ECB20A6-1C26-4918-96A2-73A1786F970C}" type="presParOf" srcId="{C3872291-C855-46C0-986A-375D504400B9}" destId="{1D1722AA-F2F3-46C7-B25B-90C8C813C0D1}" srcOrd="8" destOrd="0" presId="urn:microsoft.com/office/officeart/2005/8/layout/vList2"/>
    <dgm:cxn modelId="{123B2F4F-5C99-4248-8A96-E7CB5F858031}" type="presParOf" srcId="{C3872291-C855-46C0-986A-375D504400B9}" destId="{8B3A1DDD-EB68-4143-BEB1-7D468402D09D}" srcOrd="9" destOrd="0" presId="urn:microsoft.com/office/officeart/2005/8/layout/vList2"/>
    <dgm:cxn modelId="{CB68E0A0-3E61-42F0-BD55-585AC69757F3}" type="presParOf" srcId="{C3872291-C855-46C0-986A-375D504400B9}" destId="{FDE3CBA4-EA58-4496-BF36-66F0F2AC18CA}" srcOrd="10" destOrd="0" presId="urn:microsoft.com/office/officeart/2005/8/layout/vList2"/>
    <dgm:cxn modelId="{A1DAA1DF-C45A-4450-B9D3-C2AC422C8413}" type="presParOf" srcId="{C3872291-C855-46C0-986A-375D504400B9}" destId="{E6DFA348-3F27-4B1E-910C-26B7072D0AE5}" srcOrd="11" destOrd="0" presId="urn:microsoft.com/office/officeart/2005/8/layout/vList2"/>
    <dgm:cxn modelId="{4CF06360-F840-43CF-B317-E6AE4F4E1A84}" type="presParOf" srcId="{C3872291-C855-46C0-986A-375D504400B9}" destId="{89ACC2FB-3944-4D0B-B4A5-F12F922BF89A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B24C3D-3918-443B-B3C3-1C533B82934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0E0AD4A-2F0B-4245-B522-439B9FBA8379}">
      <dgm:prSet/>
      <dgm:spPr/>
      <dgm:t>
        <a:bodyPr/>
        <a:lstStyle/>
        <a:p>
          <a:r>
            <a:rPr lang="en-US"/>
            <a:t>Líneas de código ≠ calidad</a:t>
          </a:r>
        </a:p>
      </dgm:t>
    </dgm:pt>
    <dgm:pt modelId="{327A40DC-B7CE-4376-BF5E-F21405CEEDDD}" type="parTrans" cxnId="{86D06BC2-AF0B-4E9E-B072-C723A2ECD310}">
      <dgm:prSet/>
      <dgm:spPr/>
      <dgm:t>
        <a:bodyPr/>
        <a:lstStyle/>
        <a:p>
          <a:endParaRPr lang="en-US"/>
        </a:p>
      </dgm:t>
    </dgm:pt>
    <dgm:pt modelId="{ADE58194-F7ED-41B4-AEE4-2B24E933C650}" type="sibTrans" cxnId="{86D06BC2-AF0B-4E9E-B072-C723A2ECD310}">
      <dgm:prSet/>
      <dgm:spPr/>
      <dgm:t>
        <a:bodyPr/>
        <a:lstStyle/>
        <a:p>
          <a:endParaRPr lang="en-US"/>
        </a:p>
      </dgm:t>
    </dgm:pt>
    <dgm:pt modelId="{869C18C6-2254-43AE-9932-5E5B18F2C202}">
      <dgm:prSet/>
      <dgm:spPr/>
      <dgm:t>
        <a:bodyPr/>
        <a:lstStyle/>
        <a:p>
          <a:r>
            <a:rPr lang="en-US"/>
            <a:t>Muchos commits no significan productividad real</a:t>
          </a:r>
        </a:p>
      </dgm:t>
    </dgm:pt>
    <dgm:pt modelId="{07402BC4-0A40-4F1D-A851-68D9B91BAF2B}" type="parTrans" cxnId="{0EF15293-9FC3-41D9-AF64-56961867F481}">
      <dgm:prSet/>
      <dgm:spPr/>
      <dgm:t>
        <a:bodyPr/>
        <a:lstStyle/>
        <a:p>
          <a:endParaRPr lang="en-US"/>
        </a:p>
      </dgm:t>
    </dgm:pt>
    <dgm:pt modelId="{FA709AA3-DE0A-4F74-A67B-A70D9A408CF4}" type="sibTrans" cxnId="{0EF15293-9FC3-41D9-AF64-56961867F481}">
      <dgm:prSet/>
      <dgm:spPr/>
      <dgm:t>
        <a:bodyPr/>
        <a:lstStyle/>
        <a:p>
          <a:endParaRPr lang="en-US"/>
        </a:p>
      </dgm:t>
    </dgm:pt>
    <dgm:pt modelId="{4A14C62A-C24B-4405-9C42-D52061E2E5C8}">
      <dgm:prSet/>
      <dgm:spPr/>
      <dgm:t>
        <a:bodyPr/>
        <a:lstStyle/>
        <a:p>
          <a:r>
            <a:rPr lang="en-US"/>
            <a:t>Medición sin contexto puede ser contraproducente</a:t>
          </a:r>
        </a:p>
      </dgm:t>
    </dgm:pt>
    <dgm:pt modelId="{D7D67F66-ED33-48D0-96B7-8725A1546673}" type="parTrans" cxnId="{8F543509-72D7-4364-B289-0C97449B939A}">
      <dgm:prSet/>
      <dgm:spPr/>
      <dgm:t>
        <a:bodyPr/>
        <a:lstStyle/>
        <a:p>
          <a:endParaRPr lang="en-US"/>
        </a:p>
      </dgm:t>
    </dgm:pt>
    <dgm:pt modelId="{EF98CB3A-DD6C-4FB5-888D-494AEBB67BDB}" type="sibTrans" cxnId="{8F543509-72D7-4364-B289-0C97449B939A}">
      <dgm:prSet/>
      <dgm:spPr/>
      <dgm:t>
        <a:bodyPr/>
        <a:lstStyle/>
        <a:p>
          <a:endParaRPr lang="en-US"/>
        </a:p>
      </dgm:t>
    </dgm:pt>
    <dgm:pt modelId="{DE957DE6-0B12-416D-B638-2E90605ED17F}" type="pres">
      <dgm:prSet presAssocID="{76B24C3D-3918-443B-B3C3-1C533B829349}" presName="vert0" presStyleCnt="0">
        <dgm:presLayoutVars>
          <dgm:dir/>
          <dgm:animOne val="branch"/>
          <dgm:animLvl val="lvl"/>
        </dgm:presLayoutVars>
      </dgm:prSet>
      <dgm:spPr/>
    </dgm:pt>
    <dgm:pt modelId="{F1FF1E61-75B8-4B85-98B7-1BEFDFD82094}" type="pres">
      <dgm:prSet presAssocID="{10E0AD4A-2F0B-4245-B522-439B9FBA8379}" presName="thickLine" presStyleLbl="alignNode1" presStyleIdx="0" presStyleCnt="3"/>
      <dgm:spPr/>
    </dgm:pt>
    <dgm:pt modelId="{FC4776C7-E7A0-4993-8F9E-436E0B67A403}" type="pres">
      <dgm:prSet presAssocID="{10E0AD4A-2F0B-4245-B522-439B9FBA8379}" presName="horz1" presStyleCnt="0"/>
      <dgm:spPr/>
    </dgm:pt>
    <dgm:pt modelId="{C05E9427-2C8D-43DF-B17D-9A1E63A56AE6}" type="pres">
      <dgm:prSet presAssocID="{10E0AD4A-2F0B-4245-B522-439B9FBA8379}" presName="tx1" presStyleLbl="revTx" presStyleIdx="0" presStyleCnt="3"/>
      <dgm:spPr/>
    </dgm:pt>
    <dgm:pt modelId="{06E62347-38AB-4674-AE74-D4F47228A83C}" type="pres">
      <dgm:prSet presAssocID="{10E0AD4A-2F0B-4245-B522-439B9FBA8379}" presName="vert1" presStyleCnt="0"/>
      <dgm:spPr/>
    </dgm:pt>
    <dgm:pt modelId="{4F38B383-9CD9-42C4-B807-0A7E6F64A1B2}" type="pres">
      <dgm:prSet presAssocID="{869C18C6-2254-43AE-9932-5E5B18F2C202}" presName="thickLine" presStyleLbl="alignNode1" presStyleIdx="1" presStyleCnt="3"/>
      <dgm:spPr/>
    </dgm:pt>
    <dgm:pt modelId="{01338716-7F0A-46CC-BB48-BF9ED79B87BA}" type="pres">
      <dgm:prSet presAssocID="{869C18C6-2254-43AE-9932-5E5B18F2C202}" presName="horz1" presStyleCnt="0"/>
      <dgm:spPr/>
    </dgm:pt>
    <dgm:pt modelId="{2E4BC4A6-1327-40F6-B243-746822383FB7}" type="pres">
      <dgm:prSet presAssocID="{869C18C6-2254-43AE-9932-5E5B18F2C202}" presName="tx1" presStyleLbl="revTx" presStyleIdx="1" presStyleCnt="3"/>
      <dgm:spPr/>
    </dgm:pt>
    <dgm:pt modelId="{4A415722-34BA-487F-92EF-5353B11AF56E}" type="pres">
      <dgm:prSet presAssocID="{869C18C6-2254-43AE-9932-5E5B18F2C202}" presName="vert1" presStyleCnt="0"/>
      <dgm:spPr/>
    </dgm:pt>
    <dgm:pt modelId="{4696DDD8-E71C-4DC8-B22D-6ABBA2026758}" type="pres">
      <dgm:prSet presAssocID="{4A14C62A-C24B-4405-9C42-D52061E2E5C8}" presName="thickLine" presStyleLbl="alignNode1" presStyleIdx="2" presStyleCnt="3"/>
      <dgm:spPr/>
    </dgm:pt>
    <dgm:pt modelId="{08837DD5-414E-4B00-965F-7B51BFBC5681}" type="pres">
      <dgm:prSet presAssocID="{4A14C62A-C24B-4405-9C42-D52061E2E5C8}" presName="horz1" presStyleCnt="0"/>
      <dgm:spPr/>
    </dgm:pt>
    <dgm:pt modelId="{00D8ABA6-CAB9-44C8-B56A-37774B0AB1F5}" type="pres">
      <dgm:prSet presAssocID="{4A14C62A-C24B-4405-9C42-D52061E2E5C8}" presName="tx1" presStyleLbl="revTx" presStyleIdx="2" presStyleCnt="3"/>
      <dgm:spPr/>
    </dgm:pt>
    <dgm:pt modelId="{974E03A2-DB7E-4218-9C0F-0BD7B19ACBB7}" type="pres">
      <dgm:prSet presAssocID="{4A14C62A-C24B-4405-9C42-D52061E2E5C8}" presName="vert1" presStyleCnt="0"/>
      <dgm:spPr/>
    </dgm:pt>
  </dgm:ptLst>
  <dgm:cxnLst>
    <dgm:cxn modelId="{8F543509-72D7-4364-B289-0C97449B939A}" srcId="{76B24C3D-3918-443B-B3C3-1C533B829349}" destId="{4A14C62A-C24B-4405-9C42-D52061E2E5C8}" srcOrd="2" destOrd="0" parTransId="{D7D67F66-ED33-48D0-96B7-8725A1546673}" sibTransId="{EF98CB3A-DD6C-4FB5-888D-494AEBB67BDB}"/>
    <dgm:cxn modelId="{C48D4B77-3C9D-4F68-B356-382E328DA1A2}" type="presOf" srcId="{4A14C62A-C24B-4405-9C42-D52061E2E5C8}" destId="{00D8ABA6-CAB9-44C8-B56A-37774B0AB1F5}" srcOrd="0" destOrd="0" presId="urn:microsoft.com/office/officeart/2008/layout/LinedList"/>
    <dgm:cxn modelId="{0EF15293-9FC3-41D9-AF64-56961867F481}" srcId="{76B24C3D-3918-443B-B3C3-1C533B829349}" destId="{869C18C6-2254-43AE-9932-5E5B18F2C202}" srcOrd="1" destOrd="0" parTransId="{07402BC4-0A40-4F1D-A851-68D9B91BAF2B}" sibTransId="{FA709AA3-DE0A-4F74-A67B-A70D9A408CF4}"/>
    <dgm:cxn modelId="{425737C1-2DE7-499E-BAB2-FB76883D1BB8}" type="presOf" srcId="{869C18C6-2254-43AE-9932-5E5B18F2C202}" destId="{2E4BC4A6-1327-40F6-B243-746822383FB7}" srcOrd="0" destOrd="0" presId="urn:microsoft.com/office/officeart/2008/layout/LinedList"/>
    <dgm:cxn modelId="{86D06BC2-AF0B-4E9E-B072-C723A2ECD310}" srcId="{76B24C3D-3918-443B-B3C3-1C533B829349}" destId="{10E0AD4A-2F0B-4245-B522-439B9FBA8379}" srcOrd="0" destOrd="0" parTransId="{327A40DC-B7CE-4376-BF5E-F21405CEEDDD}" sibTransId="{ADE58194-F7ED-41B4-AEE4-2B24E933C650}"/>
    <dgm:cxn modelId="{BC3640C3-4451-45AA-B64B-024DD522735C}" type="presOf" srcId="{10E0AD4A-2F0B-4245-B522-439B9FBA8379}" destId="{C05E9427-2C8D-43DF-B17D-9A1E63A56AE6}" srcOrd="0" destOrd="0" presId="urn:microsoft.com/office/officeart/2008/layout/LinedList"/>
    <dgm:cxn modelId="{1B64BED6-8C1C-4DEF-B95F-82227879FBED}" type="presOf" srcId="{76B24C3D-3918-443B-B3C3-1C533B829349}" destId="{DE957DE6-0B12-416D-B638-2E90605ED17F}" srcOrd="0" destOrd="0" presId="urn:microsoft.com/office/officeart/2008/layout/LinedList"/>
    <dgm:cxn modelId="{CFDDAF20-359B-4C17-A1EF-044AAA129196}" type="presParOf" srcId="{DE957DE6-0B12-416D-B638-2E90605ED17F}" destId="{F1FF1E61-75B8-4B85-98B7-1BEFDFD82094}" srcOrd="0" destOrd="0" presId="urn:microsoft.com/office/officeart/2008/layout/LinedList"/>
    <dgm:cxn modelId="{E3AC12D6-86F8-4B13-ABD7-110809B7A0C1}" type="presParOf" srcId="{DE957DE6-0B12-416D-B638-2E90605ED17F}" destId="{FC4776C7-E7A0-4993-8F9E-436E0B67A403}" srcOrd="1" destOrd="0" presId="urn:microsoft.com/office/officeart/2008/layout/LinedList"/>
    <dgm:cxn modelId="{EA0937F4-478B-42A4-B100-8A587F881D01}" type="presParOf" srcId="{FC4776C7-E7A0-4993-8F9E-436E0B67A403}" destId="{C05E9427-2C8D-43DF-B17D-9A1E63A56AE6}" srcOrd="0" destOrd="0" presId="urn:microsoft.com/office/officeart/2008/layout/LinedList"/>
    <dgm:cxn modelId="{F7BEBB44-57D5-4623-AFBD-75B96A38A6AD}" type="presParOf" srcId="{FC4776C7-E7A0-4993-8F9E-436E0B67A403}" destId="{06E62347-38AB-4674-AE74-D4F47228A83C}" srcOrd="1" destOrd="0" presId="urn:microsoft.com/office/officeart/2008/layout/LinedList"/>
    <dgm:cxn modelId="{A9D95F77-9147-4EA1-994F-472E98E80131}" type="presParOf" srcId="{DE957DE6-0B12-416D-B638-2E90605ED17F}" destId="{4F38B383-9CD9-42C4-B807-0A7E6F64A1B2}" srcOrd="2" destOrd="0" presId="urn:microsoft.com/office/officeart/2008/layout/LinedList"/>
    <dgm:cxn modelId="{BBE065FB-651E-4C5C-A083-A3DC52F97557}" type="presParOf" srcId="{DE957DE6-0B12-416D-B638-2E90605ED17F}" destId="{01338716-7F0A-46CC-BB48-BF9ED79B87BA}" srcOrd="3" destOrd="0" presId="urn:microsoft.com/office/officeart/2008/layout/LinedList"/>
    <dgm:cxn modelId="{AA6C76E6-A8AA-4D0D-8EC3-CCC680243BF1}" type="presParOf" srcId="{01338716-7F0A-46CC-BB48-BF9ED79B87BA}" destId="{2E4BC4A6-1327-40F6-B243-746822383FB7}" srcOrd="0" destOrd="0" presId="urn:microsoft.com/office/officeart/2008/layout/LinedList"/>
    <dgm:cxn modelId="{140D5165-0E11-4F1A-8CC0-3FA444475B7F}" type="presParOf" srcId="{01338716-7F0A-46CC-BB48-BF9ED79B87BA}" destId="{4A415722-34BA-487F-92EF-5353B11AF56E}" srcOrd="1" destOrd="0" presId="urn:microsoft.com/office/officeart/2008/layout/LinedList"/>
    <dgm:cxn modelId="{DB74A0B2-28BD-42FD-AD31-D46B453FCE44}" type="presParOf" srcId="{DE957DE6-0B12-416D-B638-2E90605ED17F}" destId="{4696DDD8-E71C-4DC8-B22D-6ABBA2026758}" srcOrd="4" destOrd="0" presId="urn:microsoft.com/office/officeart/2008/layout/LinedList"/>
    <dgm:cxn modelId="{47CE7828-B9A2-409E-B421-14D7B982BC03}" type="presParOf" srcId="{DE957DE6-0B12-416D-B638-2E90605ED17F}" destId="{08837DD5-414E-4B00-965F-7B51BFBC5681}" srcOrd="5" destOrd="0" presId="urn:microsoft.com/office/officeart/2008/layout/LinedList"/>
    <dgm:cxn modelId="{D4D282EA-906E-4AE8-9D7D-3EA77E33D1BA}" type="presParOf" srcId="{08837DD5-414E-4B00-965F-7B51BFBC5681}" destId="{00D8ABA6-CAB9-44C8-B56A-37774B0AB1F5}" srcOrd="0" destOrd="0" presId="urn:microsoft.com/office/officeart/2008/layout/LinedList"/>
    <dgm:cxn modelId="{696BA5C0-57FA-45B6-9197-D5C44C25C732}" type="presParOf" srcId="{08837DD5-414E-4B00-965F-7B51BFBC5681}" destId="{974E03A2-DB7E-4218-9C0F-0BD7B19ACBB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12C9EC3-CFA9-4D2C-AFEE-CDC4DD1880B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38157E-DB2B-40CC-BFBC-58F4F6E62128}">
      <dgm:prSet/>
      <dgm:spPr/>
      <dgm:t>
        <a:bodyPr/>
        <a:lstStyle/>
        <a:p>
          <a:r>
            <a:rPr lang="en-US"/>
            <a:t>Combinar métricas cuantitativas y cualitativas</a:t>
          </a:r>
        </a:p>
      </dgm:t>
    </dgm:pt>
    <dgm:pt modelId="{9A87DB4C-BD07-43FE-8A73-E5238C1A4748}" type="parTrans" cxnId="{14915083-A034-4221-9F09-1BE63B2B7D15}">
      <dgm:prSet/>
      <dgm:spPr/>
      <dgm:t>
        <a:bodyPr/>
        <a:lstStyle/>
        <a:p>
          <a:endParaRPr lang="en-US"/>
        </a:p>
      </dgm:t>
    </dgm:pt>
    <dgm:pt modelId="{4F60BDAE-EC19-4DDF-98CF-AC1440F4E6F7}" type="sibTrans" cxnId="{14915083-A034-4221-9F09-1BE63B2B7D15}">
      <dgm:prSet/>
      <dgm:spPr/>
      <dgm:t>
        <a:bodyPr/>
        <a:lstStyle/>
        <a:p>
          <a:endParaRPr lang="en-US"/>
        </a:p>
      </dgm:t>
    </dgm:pt>
    <dgm:pt modelId="{03582BCE-1A62-4799-A5FD-93BFA2F6C4C4}">
      <dgm:prSet/>
      <dgm:spPr/>
      <dgm:t>
        <a:bodyPr/>
        <a:lstStyle/>
        <a:p>
          <a:r>
            <a:rPr lang="en-US"/>
            <a:t>Evaluar en conjunto con revisión de código y colaboración</a:t>
          </a:r>
        </a:p>
      </dgm:t>
    </dgm:pt>
    <dgm:pt modelId="{7BD50D5B-00FE-47CE-8EC3-BCBF62C2B1D6}" type="parTrans" cxnId="{3B301458-1EE3-4CDE-8E7E-3AD6034370A7}">
      <dgm:prSet/>
      <dgm:spPr/>
      <dgm:t>
        <a:bodyPr/>
        <a:lstStyle/>
        <a:p>
          <a:endParaRPr lang="en-US"/>
        </a:p>
      </dgm:t>
    </dgm:pt>
    <dgm:pt modelId="{3D663738-B883-49EC-BFDE-320BE3FC6FA2}" type="sibTrans" cxnId="{3B301458-1EE3-4CDE-8E7E-3AD6034370A7}">
      <dgm:prSet/>
      <dgm:spPr/>
      <dgm:t>
        <a:bodyPr/>
        <a:lstStyle/>
        <a:p>
          <a:endParaRPr lang="en-US"/>
        </a:p>
      </dgm:t>
    </dgm:pt>
    <dgm:pt modelId="{50A7EDEB-70DD-440D-9EB0-BE0EF04D0D27}">
      <dgm:prSet/>
      <dgm:spPr/>
      <dgm:t>
        <a:bodyPr/>
        <a:lstStyle/>
        <a:p>
          <a:r>
            <a:rPr lang="en-US"/>
            <a:t>Adaptar las métricas al contexto del equipo</a:t>
          </a:r>
        </a:p>
      </dgm:t>
    </dgm:pt>
    <dgm:pt modelId="{DC9E4F45-E8D4-4B54-A4E2-D9314F843E40}" type="parTrans" cxnId="{BA5AA183-39A0-4F8B-91FE-AC2D0F6E5CCE}">
      <dgm:prSet/>
      <dgm:spPr/>
      <dgm:t>
        <a:bodyPr/>
        <a:lstStyle/>
        <a:p>
          <a:endParaRPr lang="en-US"/>
        </a:p>
      </dgm:t>
    </dgm:pt>
    <dgm:pt modelId="{57DCBDD4-DE2B-45CF-AA00-E7DD7762F67B}" type="sibTrans" cxnId="{BA5AA183-39A0-4F8B-91FE-AC2D0F6E5CCE}">
      <dgm:prSet/>
      <dgm:spPr/>
      <dgm:t>
        <a:bodyPr/>
        <a:lstStyle/>
        <a:p>
          <a:endParaRPr lang="en-US"/>
        </a:p>
      </dgm:t>
    </dgm:pt>
    <dgm:pt modelId="{8EB5AE23-5DB9-442D-B1EC-5E4BFBBBA5F7}" type="pres">
      <dgm:prSet presAssocID="{412C9EC3-CFA9-4D2C-AFEE-CDC4DD1880B7}" presName="vert0" presStyleCnt="0">
        <dgm:presLayoutVars>
          <dgm:dir/>
          <dgm:animOne val="branch"/>
          <dgm:animLvl val="lvl"/>
        </dgm:presLayoutVars>
      </dgm:prSet>
      <dgm:spPr/>
    </dgm:pt>
    <dgm:pt modelId="{989E5AE7-D564-4755-8795-61ED977F06CC}" type="pres">
      <dgm:prSet presAssocID="{0838157E-DB2B-40CC-BFBC-58F4F6E62128}" presName="thickLine" presStyleLbl="alignNode1" presStyleIdx="0" presStyleCnt="3"/>
      <dgm:spPr/>
    </dgm:pt>
    <dgm:pt modelId="{84E7C36E-86D0-4068-9048-F18AE58FC173}" type="pres">
      <dgm:prSet presAssocID="{0838157E-DB2B-40CC-BFBC-58F4F6E62128}" presName="horz1" presStyleCnt="0"/>
      <dgm:spPr/>
    </dgm:pt>
    <dgm:pt modelId="{F271EC1B-A291-4E42-9D7D-8A185C3CBB9C}" type="pres">
      <dgm:prSet presAssocID="{0838157E-DB2B-40CC-BFBC-58F4F6E62128}" presName="tx1" presStyleLbl="revTx" presStyleIdx="0" presStyleCnt="3"/>
      <dgm:spPr/>
    </dgm:pt>
    <dgm:pt modelId="{99B41A5E-4D89-4B0A-91E1-F06D4246BC46}" type="pres">
      <dgm:prSet presAssocID="{0838157E-DB2B-40CC-BFBC-58F4F6E62128}" presName="vert1" presStyleCnt="0"/>
      <dgm:spPr/>
    </dgm:pt>
    <dgm:pt modelId="{E8817347-AE91-42E8-976A-9B7FDB9E2470}" type="pres">
      <dgm:prSet presAssocID="{03582BCE-1A62-4799-A5FD-93BFA2F6C4C4}" presName="thickLine" presStyleLbl="alignNode1" presStyleIdx="1" presStyleCnt="3"/>
      <dgm:spPr/>
    </dgm:pt>
    <dgm:pt modelId="{9CA31526-9E0B-4E6D-A172-581B5E548B21}" type="pres">
      <dgm:prSet presAssocID="{03582BCE-1A62-4799-A5FD-93BFA2F6C4C4}" presName="horz1" presStyleCnt="0"/>
      <dgm:spPr/>
    </dgm:pt>
    <dgm:pt modelId="{7810877D-65B3-404E-8E95-8C1F5912BBC9}" type="pres">
      <dgm:prSet presAssocID="{03582BCE-1A62-4799-A5FD-93BFA2F6C4C4}" presName="tx1" presStyleLbl="revTx" presStyleIdx="1" presStyleCnt="3"/>
      <dgm:spPr/>
    </dgm:pt>
    <dgm:pt modelId="{E53396A6-9248-4E5D-A5A3-9255EAB38590}" type="pres">
      <dgm:prSet presAssocID="{03582BCE-1A62-4799-A5FD-93BFA2F6C4C4}" presName="vert1" presStyleCnt="0"/>
      <dgm:spPr/>
    </dgm:pt>
    <dgm:pt modelId="{FA8A3D86-03BA-4ED2-B8E9-C12C2B9525ED}" type="pres">
      <dgm:prSet presAssocID="{50A7EDEB-70DD-440D-9EB0-BE0EF04D0D27}" presName="thickLine" presStyleLbl="alignNode1" presStyleIdx="2" presStyleCnt="3"/>
      <dgm:spPr/>
    </dgm:pt>
    <dgm:pt modelId="{13027603-5434-4510-A572-1AD747C14F44}" type="pres">
      <dgm:prSet presAssocID="{50A7EDEB-70DD-440D-9EB0-BE0EF04D0D27}" presName="horz1" presStyleCnt="0"/>
      <dgm:spPr/>
    </dgm:pt>
    <dgm:pt modelId="{C2E56A47-44BE-4A6A-8CFF-F9343862C081}" type="pres">
      <dgm:prSet presAssocID="{50A7EDEB-70DD-440D-9EB0-BE0EF04D0D27}" presName="tx1" presStyleLbl="revTx" presStyleIdx="2" presStyleCnt="3"/>
      <dgm:spPr/>
    </dgm:pt>
    <dgm:pt modelId="{671B9173-43B3-457C-B94B-A74FCE0167D3}" type="pres">
      <dgm:prSet presAssocID="{50A7EDEB-70DD-440D-9EB0-BE0EF04D0D27}" presName="vert1" presStyleCnt="0"/>
      <dgm:spPr/>
    </dgm:pt>
  </dgm:ptLst>
  <dgm:cxnLst>
    <dgm:cxn modelId="{06BC600B-D93F-4A92-953E-18CDF18D8143}" type="presOf" srcId="{03582BCE-1A62-4799-A5FD-93BFA2F6C4C4}" destId="{7810877D-65B3-404E-8E95-8C1F5912BBC9}" srcOrd="0" destOrd="0" presId="urn:microsoft.com/office/officeart/2008/layout/LinedList"/>
    <dgm:cxn modelId="{1EE93A14-91A9-4183-90D6-68D6DC2E7C22}" type="presOf" srcId="{0838157E-DB2B-40CC-BFBC-58F4F6E62128}" destId="{F271EC1B-A291-4E42-9D7D-8A185C3CBB9C}" srcOrd="0" destOrd="0" presId="urn:microsoft.com/office/officeart/2008/layout/LinedList"/>
    <dgm:cxn modelId="{3B301458-1EE3-4CDE-8E7E-3AD6034370A7}" srcId="{412C9EC3-CFA9-4D2C-AFEE-CDC4DD1880B7}" destId="{03582BCE-1A62-4799-A5FD-93BFA2F6C4C4}" srcOrd="1" destOrd="0" parTransId="{7BD50D5B-00FE-47CE-8EC3-BCBF62C2B1D6}" sibTransId="{3D663738-B883-49EC-BFDE-320BE3FC6FA2}"/>
    <dgm:cxn modelId="{14915083-A034-4221-9F09-1BE63B2B7D15}" srcId="{412C9EC3-CFA9-4D2C-AFEE-CDC4DD1880B7}" destId="{0838157E-DB2B-40CC-BFBC-58F4F6E62128}" srcOrd="0" destOrd="0" parTransId="{9A87DB4C-BD07-43FE-8A73-E5238C1A4748}" sibTransId="{4F60BDAE-EC19-4DDF-98CF-AC1440F4E6F7}"/>
    <dgm:cxn modelId="{BA5AA183-39A0-4F8B-91FE-AC2D0F6E5CCE}" srcId="{412C9EC3-CFA9-4D2C-AFEE-CDC4DD1880B7}" destId="{50A7EDEB-70DD-440D-9EB0-BE0EF04D0D27}" srcOrd="2" destOrd="0" parTransId="{DC9E4F45-E8D4-4B54-A4E2-D9314F843E40}" sibTransId="{57DCBDD4-DE2B-45CF-AA00-E7DD7762F67B}"/>
    <dgm:cxn modelId="{DFA4D685-F233-4C4B-B85B-8D730F4C0055}" type="presOf" srcId="{50A7EDEB-70DD-440D-9EB0-BE0EF04D0D27}" destId="{C2E56A47-44BE-4A6A-8CFF-F9343862C081}" srcOrd="0" destOrd="0" presId="urn:microsoft.com/office/officeart/2008/layout/LinedList"/>
    <dgm:cxn modelId="{7AECF5AC-B72E-4AD9-84E6-E0BA6223B309}" type="presOf" srcId="{412C9EC3-CFA9-4D2C-AFEE-CDC4DD1880B7}" destId="{8EB5AE23-5DB9-442D-B1EC-5E4BFBBBA5F7}" srcOrd="0" destOrd="0" presId="urn:microsoft.com/office/officeart/2008/layout/LinedList"/>
    <dgm:cxn modelId="{31419899-7146-4A58-BFE2-3903E9024750}" type="presParOf" srcId="{8EB5AE23-5DB9-442D-B1EC-5E4BFBBBA5F7}" destId="{989E5AE7-D564-4755-8795-61ED977F06CC}" srcOrd="0" destOrd="0" presId="urn:microsoft.com/office/officeart/2008/layout/LinedList"/>
    <dgm:cxn modelId="{F14A4AF5-1C7C-43D6-A73F-8D74D4A694F2}" type="presParOf" srcId="{8EB5AE23-5DB9-442D-B1EC-5E4BFBBBA5F7}" destId="{84E7C36E-86D0-4068-9048-F18AE58FC173}" srcOrd="1" destOrd="0" presId="urn:microsoft.com/office/officeart/2008/layout/LinedList"/>
    <dgm:cxn modelId="{279F20C4-26E1-4701-9CD5-DE569975988D}" type="presParOf" srcId="{84E7C36E-86D0-4068-9048-F18AE58FC173}" destId="{F271EC1B-A291-4E42-9D7D-8A185C3CBB9C}" srcOrd="0" destOrd="0" presId="urn:microsoft.com/office/officeart/2008/layout/LinedList"/>
    <dgm:cxn modelId="{883B6067-240D-42AC-8338-B53072C4F498}" type="presParOf" srcId="{84E7C36E-86D0-4068-9048-F18AE58FC173}" destId="{99B41A5E-4D89-4B0A-91E1-F06D4246BC46}" srcOrd="1" destOrd="0" presId="urn:microsoft.com/office/officeart/2008/layout/LinedList"/>
    <dgm:cxn modelId="{4C13B8D3-2F5B-4287-8B10-03840A99E54F}" type="presParOf" srcId="{8EB5AE23-5DB9-442D-B1EC-5E4BFBBBA5F7}" destId="{E8817347-AE91-42E8-976A-9B7FDB9E2470}" srcOrd="2" destOrd="0" presId="urn:microsoft.com/office/officeart/2008/layout/LinedList"/>
    <dgm:cxn modelId="{DE660180-F3EA-4830-924A-57D84A6D2EEE}" type="presParOf" srcId="{8EB5AE23-5DB9-442D-B1EC-5E4BFBBBA5F7}" destId="{9CA31526-9E0B-4E6D-A172-581B5E548B21}" srcOrd="3" destOrd="0" presId="urn:microsoft.com/office/officeart/2008/layout/LinedList"/>
    <dgm:cxn modelId="{0D805663-DF44-4668-96CF-D93463BBE4EF}" type="presParOf" srcId="{9CA31526-9E0B-4E6D-A172-581B5E548B21}" destId="{7810877D-65B3-404E-8E95-8C1F5912BBC9}" srcOrd="0" destOrd="0" presId="urn:microsoft.com/office/officeart/2008/layout/LinedList"/>
    <dgm:cxn modelId="{1C50B844-0DFD-4A43-910C-09A12389BCEA}" type="presParOf" srcId="{9CA31526-9E0B-4E6D-A172-581B5E548B21}" destId="{E53396A6-9248-4E5D-A5A3-9255EAB38590}" srcOrd="1" destOrd="0" presId="urn:microsoft.com/office/officeart/2008/layout/LinedList"/>
    <dgm:cxn modelId="{F9D0179E-930E-4A33-A09E-078253A3DC9C}" type="presParOf" srcId="{8EB5AE23-5DB9-442D-B1EC-5E4BFBBBA5F7}" destId="{FA8A3D86-03BA-4ED2-B8E9-C12C2B9525ED}" srcOrd="4" destOrd="0" presId="urn:microsoft.com/office/officeart/2008/layout/LinedList"/>
    <dgm:cxn modelId="{3D6686FA-D4CA-49C5-A1D8-3991DFE2AC93}" type="presParOf" srcId="{8EB5AE23-5DB9-442D-B1EC-5E4BFBBBA5F7}" destId="{13027603-5434-4510-A572-1AD747C14F44}" srcOrd="5" destOrd="0" presId="urn:microsoft.com/office/officeart/2008/layout/LinedList"/>
    <dgm:cxn modelId="{267415C6-828A-4EFA-8563-128076AD4778}" type="presParOf" srcId="{13027603-5434-4510-A572-1AD747C14F44}" destId="{C2E56A47-44BE-4A6A-8CFF-F9343862C081}" srcOrd="0" destOrd="0" presId="urn:microsoft.com/office/officeart/2008/layout/LinedList"/>
    <dgm:cxn modelId="{B003E2CC-5425-4939-AAD0-95C417FABCE8}" type="presParOf" srcId="{13027603-5434-4510-A572-1AD747C14F44}" destId="{671B9173-43B3-457C-B94B-A74FCE0167D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4EFD2CF-9AE5-406C-8CC5-97E699453E9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04CFCEE-ED10-4906-89A3-07DFEB97FD87}">
      <dgm:prSet/>
      <dgm:spPr/>
      <dgm:t>
        <a:bodyPr/>
        <a:lstStyle/>
        <a:p>
          <a:r>
            <a:rPr lang="en-US"/>
            <a:t>Productividad individual debe verse dentro del rendimiento del equipo</a:t>
          </a:r>
        </a:p>
      </dgm:t>
    </dgm:pt>
    <dgm:pt modelId="{C1563840-341D-48DE-B8F6-1B437EF7437B}" type="parTrans" cxnId="{1EE2C966-F066-415B-BAFA-C80949670FB5}">
      <dgm:prSet/>
      <dgm:spPr/>
      <dgm:t>
        <a:bodyPr/>
        <a:lstStyle/>
        <a:p>
          <a:endParaRPr lang="en-US"/>
        </a:p>
      </dgm:t>
    </dgm:pt>
    <dgm:pt modelId="{FC3123B6-A40D-42D2-92E3-88401EFB7163}" type="sibTrans" cxnId="{1EE2C966-F066-415B-BAFA-C80949670FB5}">
      <dgm:prSet/>
      <dgm:spPr/>
      <dgm:t>
        <a:bodyPr/>
        <a:lstStyle/>
        <a:p>
          <a:endParaRPr lang="en-US"/>
        </a:p>
      </dgm:t>
    </dgm:pt>
    <dgm:pt modelId="{A8E9FAE7-AC66-45B2-8ED7-7F9AEB71F2E8}">
      <dgm:prSet/>
      <dgm:spPr/>
      <dgm:t>
        <a:bodyPr/>
        <a:lstStyle/>
        <a:p>
          <a:r>
            <a:rPr lang="en-US"/>
            <a:t>Equipos de alto rendimiento &gt; individuos sobresalientes pero aislados</a:t>
          </a:r>
        </a:p>
      </dgm:t>
    </dgm:pt>
    <dgm:pt modelId="{80E47731-FAB4-44EE-9CF0-682D93957183}" type="parTrans" cxnId="{B418EB21-622B-4EFE-BBA7-811523036DE8}">
      <dgm:prSet/>
      <dgm:spPr/>
      <dgm:t>
        <a:bodyPr/>
        <a:lstStyle/>
        <a:p>
          <a:endParaRPr lang="en-US"/>
        </a:p>
      </dgm:t>
    </dgm:pt>
    <dgm:pt modelId="{A90A83C1-FD61-41E9-84E7-B4D51F820E25}" type="sibTrans" cxnId="{B418EB21-622B-4EFE-BBA7-811523036DE8}">
      <dgm:prSet/>
      <dgm:spPr/>
      <dgm:t>
        <a:bodyPr/>
        <a:lstStyle/>
        <a:p>
          <a:endParaRPr lang="en-US"/>
        </a:p>
      </dgm:t>
    </dgm:pt>
    <dgm:pt modelId="{1335B3E0-4364-4A66-8B65-AFDDE965825A}" type="pres">
      <dgm:prSet presAssocID="{E4EFD2CF-9AE5-406C-8CC5-97E699453E94}" presName="linear" presStyleCnt="0">
        <dgm:presLayoutVars>
          <dgm:animLvl val="lvl"/>
          <dgm:resizeHandles val="exact"/>
        </dgm:presLayoutVars>
      </dgm:prSet>
      <dgm:spPr/>
    </dgm:pt>
    <dgm:pt modelId="{3ECFE71B-EBC5-4097-8AD7-ACC2EFA1762A}" type="pres">
      <dgm:prSet presAssocID="{504CFCEE-ED10-4906-89A3-07DFEB97FD8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7816EC0-FE0E-4D2B-9915-C3EBF4DB48F3}" type="pres">
      <dgm:prSet presAssocID="{FC3123B6-A40D-42D2-92E3-88401EFB7163}" presName="spacer" presStyleCnt="0"/>
      <dgm:spPr/>
    </dgm:pt>
    <dgm:pt modelId="{39E89A35-B5B5-4F58-BE27-01947743A099}" type="pres">
      <dgm:prSet presAssocID="{A8E9FAE7-AC66-45B2-8ED7-7F9AEB71F2E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309D502-B360-4D1D-AE69-D596017BF4CA}" type="presOf" srcId="{A8E9FAE7-AC66-45B2-8ED7-7F9AEB71F2E8}" destId="{39E89A35-B5B5-4F58-BE27-01947743A099}" srcOrd="0" destOrd="0" presId="urn:microsoft.com/office/officeart/2005/8/layout/vList2"/>
    <dgm:cxn modelId="{F99A5E09-E563-4268-B04E-CF1DBDB778E1}" type="presOf" srcId="{504CFCEE-ED10-4906-89A3-07DFEB97FD87}" destId="{3ECFE71B-EBC5-4097-8AD7-ACC2EFA1762A}" srcOrd="0" destOrd="0" presId="urn:microsoft.com/office/officeart/2005/8/layout/vList2"/>
    <dgm:cxn modelId="{B418EB21-622B-4EFE-BBA7-811523036DE8}" srcId="{E4EFD2CF-9AE5-406C-8CC5-97E699453E94}" destId="{A8E9FAE7-AC66-45B2-8ED7-7F9AEB71F2E8}" srcOrd="1" destOrd="0" parTransId="{80E47731-FAB4-44EE-9CF0-682D93957183}" sibTransId="{A90A83C1-FD61-41E9-84E7-B4D51F820E25}"/>
    <dgm:cxn modelId="{1EE2C966-F066-415B-BAFA-C80949670FB5}" srcId="{E4EFD2CF-9AE5-406C-8CC5-97E699453E94}" destId="{504CFCEE-ED10-4906-89A3-07DFEB97FD87}" srcOrd="0" destOrd="0" parTransId="{C1563840-341D-48DE-B8F6-1B437EF7437B}" sibTransId="{FC3123B6-A40D-42D2-92E3-88401EFB7163}"/>
    <dgm:cxn modelId="{2E90E8A2-C85F-4A50-8980-A36A04819D6E}" type="presOf" srcId="{E4EFD2CF-9AE5-406C-8CC5-97E699453E94}" destId="{1335B3E0-4364-4A66-8B65-AFDDE965825A}" srcOrd="0" destOrd="0" presId="urn:microsoft.com/office/officeart/2005/8/layout/vList2"/>
    <dgm:cxn modelId="{021A7B84-1D7E-44EC-8E75-1CA3B7F0C7ED}" type="presParOf" srcId="{1335B3E0-4364-4A66-8B65-AFDDE965825A}" destId="{3ECFE71B-EBC5-4097-8AD7-ACC2EFA1762A}" srcOrd="0" destOrd="0" presId="urn:microsoft.com/office/officeart/2005/8/layout/vList2"/>
    <dgm:cxn modelId="{734CA3D7-83D3-48B7-BD56-70D7550EECA9}" type="presParOf" srcId="{1335B3E0-4364-4A66-8B65-AFDDE965825A}" destId="{77816EC0-FE0E-4D2B-9915-C3EBF4DB48F3}" srcOrd="1" destOrd="0" presId="urn:microsoft.com/office/officeart/2005/8/layout/vList2"/>
    <dgm:cxn modelId="{A9BFDBE2-404D-48CD-8F73-DD7B6FFFCBA6}" type="presParOf" srcId="{1335B3E0-4364-4A66-8B65-AFDDE965825A}" destId="{39E89A35-B5B5-4F58-BE27-01947743A09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A1F3A4A-D879-4D9E-961F-C9058E536FD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7D5DB4F-C756-4196-A328-4EE8D3F0D9C7}">
      <dgm:prSet/>
      <dgm:spPr/>
      <dgm:t>
        <a:bodyPr/>
        <a:lstStyle/>
        <a:p>
          <a:r>
            <a:rPr lang="en-US"/>
            <a:t>GitHub Insights</a:t>
          </a:r>
        </a:p>
      </dgm:t>
    </dgm:pt>
    <dgm:pt modelId="{7754BF38-03AF-4E5E-95FE-D6E23F8C14FB}" type="parTrans" cxnId="{ED5889ED-618B-40D3-A190-06FC43C0F717}">
      <dgm:prSet/>
      <dgm:spPr/>
      <dgm:t>
        <a:bodyPr/>
        <a:lstStyle/>
        <a:p>
          <a:endParaRPr lang="en-US"/>
        </a:p>
      </dgm:t>
    </dgm:pt>
    <dgm:pt modelId="{87ABDB07-F650-48BC-8BC7-00994148BDEE}" type="sibTrans" cxnId="{ED5889ED-618B-40D3-A190-06FC43C0F717}">
      <dgm:prSet/>
      <dgm:spPr/>
      <dgm:t>
        <a:bodyPr/>
        <a:lstStyle/>
        <a:p>
          <a:endParaRPr lang="en-US"/>
        </a:p>
      </dgm:t>
    </dgm:pt>
    <dgm:pt modelId="{C04D1069-4526-4ABF-A1A9-EEC6A2860758}">
      <dgm:prSet/>
      <dgm:spPr/>
      <dgm:t>
        <a:bodyPr/>
        <a:lstStyle/>
        <a:p>
          <a:r>
            <a:rPr lang="en-US"/>
            <a:t>Jira / Azure DevOps / Trello</a:t>
          </a:r>
        </a:p>
      </dgm:t>
    </dgm:pt>
    <dgm:pt modelId="{96AC683F-FCFF-4DE5-AEE4-88B307E3F4F1}" type="parTrans" cxnId="{16C7623C-1608-402A-BB41-B2046190EA68}">
      <dgm:prSet/>
      <dgm:spPr/>
      <dgm:t>
        <a:bodyPr/>
        <a:lstStyle/>
        <a:p>
          <a:endParaRPr lang="en-US"/>
        </a:p>
      </dgm:t>
    </dgm:pt>
    <dgm:pt modelId="{9F3BFC87-72A4-4E8E-97C9-75E1F1F9243C}" type="sibTrans" cxnId="{16C7623C-1608-402A-BB41-B2046190EA68}">
      <dgm:prSet/>
      <dgm:spPr/>
      <dgm:t>
        <a:bodyPr/>
        <a:lstStyle/>
        <a:p>
          <a:endParaRPr lang="en-US"/>
        </a:p>
      </dgm:t>
    </dgm:pt>
    <dgm:pt modelId="{1EA7BEC3-EF85-4F8D-9278-7DEC33BAE0B0}">
      <dgm:prSet/>
      <dgm:spPr/>
      <dgm:t>
        <a:bodyPr/>
        <a:lstStyle/>
        <a:p>
          <a:r>
            <a:rPr lang="en-US"/>
            <a:t>SonarQube (calidad de código)</a:t>
          </a:r>
        </a:p>
      </dgm:t>
    </dgm:pt>
    <dgm:pt modelId="{04114BF1-8129-416B-8EF6-DAD3E6F894F6}" type="parTrans" cxnId="{2176CB2E-F89B-424A-AD05-57C278E83929}">
      <dgm:prSet/>
      <dgm:spPr/>
      <dgm:t>
        <a:bodyPr/>
        <a:lstStyle/>
        <a:p>
          <a:endParaRPr lang="en-US"/>
        </a:p>
      </dgm:t>
    </dgm:pt>
    <dgm:pt modelId="{2A0E287D-58CD-4394-B019-77868B1AA793}" type="sibTrans" cxnId="{2176CB2E-F89B-424A-AD05-57C278E83929}">
      <dgm:prSet/>
      <dgm:spPr/>
      <dgm:t>
        <a:bodyPr/>
        <a:lstStyle/>
        <a:p>
          <a:endParaRPr lang="en-US"/>
        </a:p>
      </dgm:t>
    </dgm:pt>
    <dgm:pt modelId="{11199508-CEEF-425C-83BA-7BC37B3BF40E}">
      <dgm:prSet/>
      <dgm:spPr/>
      <dgm:t>
        <a:bodyPr/>
        <a:lstStyle/>
        <a:p>
          <a:r>
            <a:rPr lang="en-US"/>
            <a:t>GitPrime / LinearB / Code Climate</a:t>
          </a:r>
        </a:p>
      </dgm:t>
    </dgm:pt>
    <dgm:pt modelId="{1454C1E7-6B29-4D51-BA15-678C4DD33FF6}" type="parTrans" cxnId="{9DE6F689-D3EA-4C42-9536-E1B94A840E66}">
      <dgm:prSet/>
      <dgm:spPr/>
      <dgm:t>
        <a:bodyPr/>
        <a:lstStyle/>
        <a:p>
          <a:endParaRPr lang="en-US"/>
        </a:p>
      </dgm:t>
    </dgm:pt>
    <dgm:pt modelId="{F5A98B5A-B8B1-4426-BC8F-97D51AFE6F6A}" type="sibTrans" cxnId="{9DE6F689-D3EA-4C42-9536-E1B94A840E66}">
      <dgm:prSet/>
      <dgm:spPr/>
      <dgm:t>
        <a:bodyPr/>
        <a:lstStyle/>
        <a:p>
          <a:endParaRPr lang="en-US"/>
        </a:p>
      </dgm:t>
    </dgm:pt>
    <dgm:pt modelId="{96BA1675-D24E-4257-8867-64F014A7647D}" type="pres">
      <dgm:prSet presAssocID="{AA1F3A4A-D879-4D9E-961F-C9058E536FD3}" presName="linear" presStyleCnt="0">
        <dgm:presLayoutVars>
          <dgm:animLvl val="lvl"/>
          <dgm:resizeHandles val="exact"/>
        </dgm:presLayoutVars>
      </dgm:prSet>
      <dgm:spPr/>
    </dgm:pt>
    <dgm:pt modelId="{950780A3-A31D-4046-9844-155FB35D4ECF}" type="pres">
      <dgm:prSet presAssocID="{87D5DB4F-C756-4196-A328-4EE8D3F0D9C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65A5D2C-FB69-4510-BED6-F7B88FB22D7B}" type="pres">
      <dgm:prSet presAssocID="{87ABDB07-F650-48BC-8BC7-00994148BDEE}" presName="spacer" presStyleCnt="0"/>
      <dgm:spPr/>
    </dgm:pt>
    <dgm:pt modelId="{7F63E909-D17D-45BF-A4F6-FBC993DFD03F}" type="pres">
      <dgm:prSet presAssocID="{C04D1069-4526-4ABF-A1A9-EEC6A286075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B380C1-C7DC-4ED4-8FAC-DACCDBA3E2F9}" type="pres">
      <dgm:prSet presAssocID="{9F3BFC87-72A4-4E8E-97C9-75E1F1F9243C}" presName="spacer" presStyleCnt="0"/>
      <dgm:spPr/>
    </dgm:pt>
    <dgm:pt modelId="{DA321D9B-4C31-4145-AE70-79F39BA76D90}" type="pres">
      <dgm:prSet presAssocID="{1EA7BEC3-EF85-4F8D-9278-7DEC33BAE0B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1BC9804-775F-4A36-AC3E-B322575C2D7B}" type="pres">
      <dgm:prSet presAssocID="{2A0E287D-58CD-4394-B019-77868B1AA793}" presName="spacer" presStyleCnt="0"/>
      <dgm:spPr/>
    </dgm:pt>
    <dgm:pt modelId="{87986C0D-5CAE-464C-9EDD-62AF8E944FCD}" type="pres">
      <dgm:prSet presAssocID="{11199508-CEEF-425C-83BA-7BC37B3BF40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E4DFE0B-21F7-4556-9611-6CE1C0A3CF6A}" type="presOf" srcId="{11199508-CEEF-425C-83BA-7BC37B3BF40E}" destId="{87986C0D-5CAE-464C-9EDD-62AF8E944FCD}" srcOrd="0" destOrd="0" presId="urn:microsoft.com/office/officeart/2005/8/layout/vList2"/>
    <dgm:cxn modelId="{2176CB2E-F89B-424A-AD05-57C278E83929}" srcId="{AA1F3A4A-D879-4D9E-961F-C9058E536FD3}" destId="{1EA7BEC3-EF85-4F8D-9278-7DEC33BAE0B0}" srcOrd="2" destOrd="0" parTransId="{04114BF1-8129-416B-8EF6-DAD3E6F894F6}" sibTransId="{2A0E287D-58CD-4394-B019-77868B1AA793}"/>
    <dgm:cxn modelId="{16C7623C-1608-402A-BB41-B2046190EA68}" srcId="{AA1F3A4A-D879-4D9E-961F-C9058E536FD3}" destId="{C04D1069-4526-4ABF-A1A9-EEC6A2860758}" srcOrd="1" destOrd="0" parTransId="{96AC683F-FCFF-4DE5-AEE4-88B307E3F4F1}" sibTransId="{9F3BFC87-72A4-4E8E-97C9-75E1F1F9243C}"/>
    <dgm:cxn modelId="{88138640-FFAE-457B-906A-EDBB3AECC5C7}" type="presOf" srcId="{1EA7BEC3-EF85-4F8D-9278-7DEC33BAE0B0}" destId="{DA321D9B-4C31-4145-AE70-79F39BA76D90}" srcOrd="0" destOrd="0" presId="urn:microsoft.com/office/officeart/2005/8/layout/vList2"/>
    <dgm:cxn modelId="{9DE6F689-D3EA-4C42-9536-E1B94A840E66}" srcId="{AA1F3A4A-D879-4D9E-961F-C9058E536FD3}" destId="{11199508-CEEF-425C-83BA-7BC37B3BF40E}" srcOrd="3" destOrd="0" parTransId="{1454C1E7-6B29-4D51-BA15-678C4DD33FF6}" sibTransId="{F5A98B5A-B8B1-4426-BC8F-97D51AFE6F6A}"/>
    <dgm:cxn modelId="{D21892E9-6BB2-43D7-80FC-BEF5FBD22411}" type="presOf" srcId="{87D5DB4F-C756-4196-A328-4EE8D3F0D9C7}" destId="{950780A3-A31D-4046-9844-155FB35D4ECF}" srcOrd="0" destOrd="0" presId="urn:microsoft.com/office/officeart/2005/8/layout/vList2"/>
    <dgm:cxn modelId="{ED5889ED-618B-40D3-A190-06FC43C0F717}" srcId="{AA1F3A4A-D879-4D9E-961F-C9058E536FD3}" destId="{87D5DB4F-C756-4196-A328-4EE8D3F0D9C7}" srcOrd="0" destOrd="0" parTransId="{7754BF38-03AF-4E5E-95FE-D6E23F8C14FB}" sibTransId="{87ABDB07-F650-48BC-8BC7-00994148BDEE}"/>
    <dgm:cxn modelId="{942252F1-D259-4159-983F-D2249BD30F5B}" type="presOf" srcId="{C04D1069-4526-4ABF-A1A9-EEC6A2860758}" destId="{7F63E909-D17D-45BF-A4F6-FBC993DFD03F}" srcOrd="0" destOrd="0" presId="urn:microsoft.com/office/officeart/2005/8/layout/vList2"/>
    <dgm:cxn modelId="{1E80E4FB-7D38-4C5E-8186-EC06E3E39392}" type="presOf" srcId="{AA1F3A4A-D879-4D9E-961F-C9058E536FD3}" destId="{96BA1675-D24E-4257-8867-64F014A7647D}" srcOrd="0" destOrd="0" presId="urn:microsoft.com/office/officeart/2005/8/layout/vList2"/>
    <dgm:cxn modelId="{DCEA29F5-446E-49D8-A4ED-96EAF43AB059}" type="presParOf" srcId="{96BA1675-D24E-4257-8867-64F014A7647D}" destId="{950780A3-A31D-4046-9844-155FB35D4ECF}" srcOrd="0" destOrd="0" presId="urn:microsoft.com/office/officeart/2005/8/layout/vList2"/>
    <dgm:cxn modelId="{9F98658F-81AC-4BE5-AAFD-185DF5B45C64}" type="presParOf" srcId="{96BA1675-D24E-4257-8867-64F014A7647D}" destId="{965A5D2C-FB69-4510-BED6-F7B88FB22D7B}" srcOrd="1" destOrd="0" presId="urn:microsoft.com/office/officeart/2005/8/layout/vList2"/>
    <dgm:cxn modelId="{43F4F0E8-9548-4900-AC4B-EF15D2513FDA}" type="presParOf" srcId="{96BA1675-D24E-4257-8867-64F014A7647D}" destId="{7F63E909-D17D-45BF-A4F6-FBC993DFD03F}" srcOrd="2" destOrd="0" presId="urn:microsoft.com/office/officeart/2005/8/layout/vList2"/>
    <dgm:cxn modelId="{FB069EED-03E3-4902-B72F-0A5049830F80}" type="presParOf" srcId="{96BA1675-D24E-4257-8867-64F014A7647D}" destId="{A4B380C1-C7DC-4ED4-8FAC-DACCDBA3E2F9}" srcOrd="3" destOrd="0" presId="urn:microsoft.com/office/officeart/2005/8/layout/vList2"/>
    <dgm:cxn modelId="{B37460E3-647D-4FE6-AFF2-A48E36AB4407}" type="presParOf" srcId="{96BA1675-D24E-4257-8867-64F014A7647D}" destId="{DA321D9B-4C31-4145-AE70-79F39BA76D90}" srcOrd="4" destOrd="0" presId="urn:microsoft.com/office/officeart/2005/8/layout/vList2"/>
    <dgm:cxn modelId="{8931E364-59A0-46C5-B23D-B3E56876FEE5}" type="presParOf" srcId="{96BA1675-D24E-4257-8867-64F014A7647D}" destId="{11BC9804-775F-4A36-AC3E-B322575C2D7B}" srcOrd="5" destOrd="0" presId="urn:microsoft.com/office/officeart/2005/8/layout/vList2"/>
    <dgm:cxn modelId="{3B5C5B07-AD8C-4B82-B39E-3146670DB32E}" type="presParOf" srcId="{96BA1675-D24E-4257-8867-64F014A7647D}" destId="{87986C0D-5CAE-464C-9EDD-62AF8E944FC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E4AAB23-0D18-4861-9EFB-F8A70F6F2F80}" type="doc">
      <dgm:prSet loTypeId="urn:microsoft.com/office/officeart/2018/layout/CircleProcess" loCatId="simpleprocesssa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AE88B0D-0EA4-4051-8FBB-47AF7CAAA077}">
      <dgm:prSet/>
      <dgm:spPr/>
      <dgm:t>
        <a:bodyPr/>
        <a:lstStyle/>
        <a:p>
          <a:r>
            <a:rPr lang="en-US"/>
            <a:t>La productividad del desarrollador es multifacética</a:t>
          </a:r>
        </a:p>
      </dgm:t>
    </dgm:pt>
    <dgm:pt modelId="{A13870BD-D3C7-44A7-A5CE-A68471BAE33B}" type="parTrans" cxnId="{F2351A73-882C-49DF-96F3-5FBA268EE972}">
      <dgm:prSet/>
      <dgm:spPr/>
      <dgm:t>
        <a:bodyPr/>
        <a:lstStyle/>
        <a:p>
          <a:endParaRPr lang="en-US"/>
        </a:p>
      </dgm:t>
    </dgm:pt>
    <dgm:pt modelId="{10FE3620-1851-4C19-AA7C-BD42A7B2E74C}" type="sibTrans" cxnId="{F2351A73-882C-49DF-96F3-5FBA268EE972}">
      <dgm:prSet/>
      <dgm:spPr/>
      <dgm:t>
        <a:bodyPr/>
        <a:lstStyle/>
        <a:p>
          <a:endParaRPr lang="en-US"/>
        </a:p>
      </dgm:t>
    </dgm:pt>
    <dgm:pt modelId="{20B534F2-01FB-44EE-9A27-E791A3D740B4}">
      <dgm:prSet/>
      <dgm:spPr/>
      <dgm:t>
        <a:bodyPr/>
        <a:lstStyle/>
        <a:p>
          <a:r>
            <a:rPr lang="en-US"/>
            <a:t>Medir bien permite mejorar sin presionar</a:t>
          </a:r>
        </a:p>
      </dgm:t>
    </dgm:pt>
    <dgm:pt modelId="{4EFDF2E3-AA98-46F1-9718-B228285045A4}" type="parTrans" cxnId="{4EFC483F-AF90-41DD-A805-46CE5D45F7F3}">
      <dgm:prSet/>
      <dgm:spPr/>
      <dgm:t>
        <a:bodyPr/>
        <a:lstStyle/>
        <a:p>
          <a:endParaRPr lang="en-US"/>
        </a:p>
      </dgm:t>
    </dgm:pt>
    <dgm:pt modelId="{1F70EE94-4712-4F2C-B2B4-5D4247471333}" type="sibTrans" cxnId="{4EFC483F-AF90-41DD-A805-46CE5D45F7F3}">
      <dgm:prSet/>
      <dgm:spPr/>
      <dgm:t>
        <a:bodyPr/>
        <a:lstStyle/>
        <a:p>
          <a:endParaRPr lang="en-US"/>
        </a:p>
      </dgm:t>
    </dgm:pt>
    <dgm:pt modelId="{1DC9B71D-A38D-4F38-AC0A-B2B1CB0C4003}">
      <dgm:prSet/>
      <dgm:spPr/>
      <dgm:t>
        <a:bodyPr/>
        <a:lstStyle/>
        <a:p>
          <a:r>
            <a:rPr lang="en-US"/>
            <a:t>Enfocar las métricas en el aprendizaje y no solo en el control</a:t>
          </a:r>
        </a:p>
      </dgm:t>
    </dgm:pt>
    <dgm:pt modelId="{22B1758B-066F-40F1-8578-D50479D9B160}" type="parTrans" cxnId="{BB8B8EE5-A4DE-4A87-B97D-859732D325C3}">
      <dgm:prSet/>
      <dgm:spPr/>
      <dgm:t>
        <a:bodyPr/>
        <a:lstStyle/>
        <a:p>
          <a:endParaRPr lang="en-US"/>
        </a:p>
      </dgm:t>
    </dgm:pt>
    <dgm:pt modelId="{D8A4BD9C-A462-44B3-B19C-5CBB43646176}" type="sibTrans" cxnId="{BB8B8EE5-A4DE-4A87-B97D-859732D325C3}">
      <dgm:prSet/>
      <dgm:spPr/>
      <dgm:t>
        <a:bodyPr/>
        <a:lstStyle/>
        <a:p>
          <a:endParaRPr lang="en-US"/>
        </a:p>
      </dgm:t>
    </dgm:pt>
    <dgm:pt modelId="{AB7960CE-3DF6-4532-BB54-B55ACF9FB45A}" type="pres">
      <dgm:prSet presAssocID="{9E4AAB23-0D18-4861-9EFB-F8A70F6F2F80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5C896D9F-4500-4EBF-B4FA-791487BF91A0}" type="pres">
      <dgm:prSet presAssocID="{1DC9B71D-A38D-4F38-AC0A-B2B1CB0C4003}" presName="Accent3" presStyleCnt="0"/>
      <dgm:spPr/>
    </dgm:pt>
    <dgm:pt modelId="{25448569-D184-458B-A02E-CF11401398B9}" type="pres">
      <dgm:prSet presAssocID="{1DC9B71D-A38D-4F38-AC0A-B2B1CB0C4003}" presName="Accent" presStyleLbl="node1" presStyleIdx="0" presStyleCnt="6"/>
      <dgm:spPr/>
    </dgm:pt>
    <dgm:pt modelId="{24385FAF-809C-4172-B814-13B7ACA65F2D}" type="pres">
      <dgm:prSet presAssocID="{1DC9B71D-A38D-4F38-AC0A-B2B1CB0C4003}" presName="ParentBackground3" presStyleCnt="0"/>
      <dgm:spPr/>
    </dgm:pt>
    <dgm:pt modelId="{426233E6-4F40-4F87-B793-D72ABC16C1FA}" type="pres">
      <dgm:prSet presAssocID="{1DC9B71D-A38D-4F38-AC0A-B2B1CB0C4003}" presName="ParentBackground" presStyleLbl="node1" presStyleIdx="1" presStyleCnt="6"/>
      <dgm:spPr/>
    </dgm:pt>
    <dgm:pt modelId="{DEFD1722-B404-4B11-BBE3-B27E43452DBD}" type="pres">
      <dgm:prSet presAssocID="{1DC9B71D-A38D-4F38-AC0A-B2B1CB0C4003}" presName="Parent3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06889225-97E4-4A92-8AB0-A5E30C6BC22C}" type="pres">
      <dgm:prSet presAssocID="{20B534F2-01FB-44EE-9A27-E791A3D740B4}" presName="Accent2" presStyleCnt="0"/>
      <dgm:spPr/>
    </dgm:pt>
    <dgm:pt modelId="{4AE77F55-7036-4958-B645-9F692941C460}" type="pres">
      <dgm:prSet presAssocID="{20B534F2-01FB-44EE-9A27-E791A3D740B4}" presName="Accent" presStyleLbl="node1" presStyleIdx="2" presStyleCnt="6"/>
      <dgm:spPr/>
    </dgm:pt>
    <dgm:pt modelId="{E8E76E73-5A5E-485A-AE37-87F31EF00F29}" type="pres">
      <dgm:prSet presAssocID="{20B534F2-01FB-44EE-9A27-E791A3D740B4}" presName="ParentBackground2" presStyleCnt="0"/>
      <dgm:spPr/>
    </dgm:pt>
    <dgm:pt modelId="{433B98B9-68B7-4FD4-B251-5CBFBE22CA97}" type="pres">
      <dgm:prSet presAssocID="{20B534F2-01FB-44EE-9A27-E791A3D740B4}" presName="ParentBackground" presStyleLbl="node1" presStyleIdx="3" presStyleCnt="6"/>
      <dgm:spPr/>
    </dgm:pt>
    <dgm:pt modelId="{F7EE9C61-3AA0-4414-B473-6F6EA1718E9F}" type="pres">
      <dgm:prSet presAssocID="{20B534F2-01FB-44EE-9A27-E791A3D740B4}" presName="Parent2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A2FFDED4-7DE2-4DA3-9FF7-FF6984A58F8C}" type="pres">
      <dgm:prSet presAssocID="{BAE88B0D-0EA4-4051-8FBB-47AF7CAAA077}" presName="Accent1" presStyleCnt="0"/>
      <dgm:spPr/>
    </dgm:pt>
    <dgm:pt modelId="{EF661819-1941-4E95-8920-9948C93C14E6}" type="pres">
      <dgm:prSet presAssocID="{BAE88B0D-0EA4-4051-8FBB-47AF7CAAA077}" presName="Accent" presStyleLbl="node1" presStyleIdx="4" presStyleCnt="6"/>
      <dgm:spPr/>
    </dgm:pt>
    <dgm:pt modelId="{3596DD24-A186-488B-BF7A-582104F6DE73}" type="pres">
      <dgm:prSet presAssocID="{BAE88B0D-0EA4-4051-8FBB-47AF7CAAA077}" presName="ParentBackground1" presStyleCnt="0"/>
      <dgm:spPr/>
    </dgm:pt>
    <dgm:pt modelId="{E1EA8A49-61EE-4716-B36E-FCE8C3441681}" type="pres">
      <dgm:prSet presAssocID="{BAE88B0D-0EA4-4051-8FBB-47AF7CAAA077}" presName="ParentBackground" presStyleLbl="node1" presStyleIdx="5" presStyleCnt="6"/>
      <dgm:spPr/>
    </dgm:pt>
    <dgm:pt modelId="{AE4736F8-EBA9-4CE8-ACD5-FAE1CF06B585}" type="pres">
      <dgm:prSet presAssocID="{BAE88B0D-0EA4-4051-8FBB-47AF7CAAA077}" presName="Parent1" presStyleLbl="fgAcc0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B2E0B101-407B-4F8B-839A-F45838B55F05}" type="presOf" srcId="{BAE88B0D-0EA4-4051-8FBB-47AF7CAAA077}" destId="{E1EA8A49-61EE-4716-B36E-FCE8C3441681}" srcOrd="0" destOrd="0" presId="urn:microsoft.com/office/officeart/2018/layout/CircleProcess"/>
    <dgm:cxn modelId="{1DD3882B-1CBD-4E7E-8955-DF0A9A7F4F5D}" type="presOf" srcId="{20B534F2-01FB-44EE-9A27-E791A3D740B4}" destId="{433B98B9-68B7-4FD4-B251-5CBFBE22CA97}" srcOrd="0" destOrd="0" presId="urn:microsoft.com/office/officeart/2018/layout/CircleProcess"/>
    <dgm:cxn modelId="{4EFC483F-AF90-41DD-A805-46CE5D45F7F3}" srcId="{9E4AAB23-0D18-4861-9EFB-F8A70F6F2F80}" destId="{20B534F2-01FB-44EE-9A27-E791A3D740B4}" srcOrd="1" destOrd="0" parTransId="{4EFDF2E3-AA98-46F1-9718-B228285045A4}" sibTransId="{1F70EE94-4712-4F2C-B2B4-5D4247471333}"/>
    <dgm:cxn modelId="{1C7FD951-EB3C-4BE5-BB4D-8BDE4643F085}" type="presOf" srcId="{1DC9B71D-A38D-4F38-AC0A-B2B1CB0C4003}" destId="{DEFD1722-B404-4B11-BBE3-B27E43452DBD}" srcOrd="1" destOrd="0" presId="urn:microsoft.com/office/officeart/2018/layout/CircleProcess"/>
    <dgm:cxn modelId="{F2351A73-882C-49DF-96F3-5FBA268EE972}" srcId="{9E4AAB23-0D18-4861-9EFB-F8A70F6F2F80}" destId="{BAE88B0D-0EA4-4051-8FBB-47AF7CAAA077}" srcOrd="0" destOrd="0" parTransId="{A13870BD-D3C7-44A7-A5CE-A68471BAE33B}" sibTransId="{10FE3620-1851-4C19-AA7C-BD42A7B2E74C}"/>
    <dgm:cxn modelId="{D4DBD795-BE59-49CB-9676-7E2249DEA573}" type="presOf" srcId="{20B534F2-01FB-44EE-9A27-E791A3D740B4}" destId="{F7EE9C61-3AA0-4414-B473-6F6EA1718E9F}" srcOrd="1" destOrd="0" presId="urn:microsoft.com/office/officeart/2018/layout/CircleProcess"/>
    <dgm:cxn modelId="{168669B5-E6EA-476F-AC63-BCB21328C853}" type="presOf" srcId="{1DC9B71D-A38D-4F38-AC0A-B2B1CB0C4003}" destId="{426233E6-4F40-4F87-B793-D72ABC16C1FA}" srcOrd="0" destOrd="0" presId="urn:microsoft.com/office/officeart/2018/layout/CircleProcess"/>
    <dgm:cxn modelId="{BBFF35E1-7D6D-4F6D-A364-514C999BD127}" type="presOf" srcId="{9E4AAB23-0D18-4861-9EFB-F8A70F6F2F80}" destId="{AB7960CE-3DF6-4532-BB54-B55ACF9FB45A}" srcOrd="0" destOrd="0" presId="urn:microsoft.com/office/officeart/2018/layout/CircleProcess"/>
    <dgm:cxn modelId="{BB8B8EE5-A4DE-4A87-B97D-859732D325C3}" srcId="{9E4AAB23-0D18-4861-9EFB-F8A70F6F2F80}" destId="{1DC9B71D-A38D-4F38-AC0A-B2B1CB0C4003}" srcOrd="2" destOrd="0" parTransId="{22B1758B-066F-40F1-8578-D50479D9B160}" sibTransId="{D8A4BD9C-A462-44B3-B19C-5CBB43646176}"/>
    <dgm:cxn modelId="{CA652EF4-A62B-4679-95A1-13FE8F8E9D8C}" type="presOf" srcId="{BAE88B0D-0EA4-4051-8FBB-47AF7CAAA077}" destId="{AE4736F8-EBA9-4CE8-ACD5-FAE1CF06B585}" srcOrd="1" destOrd="0" presId="urn:microsoft.com/office/officeart/2018/layout/CircleProcess"/>
    <dgm:cxn modelId="{FB3F55DC-521D-4FAB-B033-CB796387D42C}" type="presParOf" srcId="{AB7960CE-3DF6-4532-BB54-B55ACF9FB45A}" destId="{5C896D9F-4500-4EBF-B4FA-791487BF91A0}" srcOrd="0" destOrd="0" presId="urn:microsoft.com/office/officeart/2018/layout/CircleProcess"/>
    <dgm:cxn modelId="{FD71FDB5-46BF-4BCA-95DD-4456D09E1996}" type="presParOf" srcId="{5C896D9F-4500-4EBF-B4FA-791487BF91A0}" destId="{25448569-D184-458B-A02E-CF11401398B9}" srcOrd="0" destOrd="0" presId="urn:microsoft.com/office/officeart/2018/layout/CircleProcess"/>
    <dgm:cxn modelId="{BD7A5514-5B49-4730-AE73-899F7E0C4FC2}" type="presParOf" srcId="{AB7960CE-3DF6-4532-BB54-B55ACF9FB45A}" destId="{24385FAF-809C-4172-B814-13B7ACA65F2D}" srcOrd="1" destOrd="0" presId="urn:microsoft.com/office/officeart/2018/layout/CircleProcess"/>
    <dgm:cxn modelId="{C095B067-E632-4A63-9F7E-14F89DC825E0}" type="presParOf" srcId="{24385FAF-809C-4172-B814-13B7ACA65F2D}" destId="{426233E6-4F40-4F87-B793-D72ABC16C1FA}" srcOrd="0" destOrd="0" presId="urn:microsoft.com/office/officeart/2018/layout/CircleProcess"/>
    <dgm:cxn modelId="{8FF58572-0FC6-444D-8868-C10FC6119A37}" type="presParOf" srcId="{AB7960CE-3DF6-4532-BB54-B55ACF9FB45A}" destId="{DEFD1722-B404-4B11-BBE3-B27E43452DBD}" srcOrd="2" destOrd="0" presId="urn:microsoft.com/office/officeart/2018/layout/CircleProcess"/>
    <dgm:cxn modelId="{ABCAE735-BB9F-406C-8796-68D50D30A686}" type="presParOf" srcId="{AB7960CE-3DF6-4532-BB54-B55ACF9FB45A}" destId="{06889225-97E4-4A92-8AB0-A5E30C6BC22C}" srcOrd="3" destOrd="0" presId="urn:microsoft.com/office/officeart/2018/layout/CircleProcess"/>
    <dgm:cxn modelId="{5F5CF656-7FD1-4D72-9B10-B45E0F43CF2E}" type="presParOf" srcId="{06889225-97E4-4A92-8AB0-A5E30C6BC22C}" destId="{4AE77F55-7036-4958-B645-9F692941C460}" srcOrd="0" destOrd="0" presId="urn:microsoft.com/office/officeart/2018/layout/CircleProcess"/>
    <dgm:cxn modelId="{D786711E-F5A5-442B-9338-A8B6E9CA3AE0}" type="presParOf" srcId="{AB7960CE-3DF6-4532-BB54-B55ACF9FB45A}" destId="{E8E76E73-5A5E-485A-AE37-87F31EF00F29}" srcOrd="4" destOrd="0" presId="urn:microsoft.com/office/officeart/2018/layout/CircleProcess"/>
    <dgm:cxn modelId="{42AE3E23-5B70-4CE6-A16D-4D79C8732F76}" type="presParOf" srcId="{E8E76E73-5A5E-485A-AE37-87F31EF00F29}" destId="{433B98B9-68B7-4FD4-B251-5CBFBE22CA97}" srcOrd="0" destOrd="0" presId="urn:microsoft.com/office/officeart/2018/layout/CircleProcess"/>
    <dgm:cxn modelId="{3714B8A7-3F09-4C27-A6EA-CF36A49B36F8}" type="presParOf" srcId="{AB7960CE-3DF6-4532-BB54-B55ACF9FB45A}" destId="{F7EE9C61-3AA0-4414-B473-6F6EA1718E9F}" srcOrd="5" destOrd="0" presId="urn:microsoft.com/office/officeart/2018/layout/CircleProcess"/>
    <dgm:cxn modelId="{BAEC0DA9-8DCC-43C0-8AA0-C383C8BDB06B}" type="presParOf" srcId="{AB7960CE-3DF6-4532-BB54-B55ACF9FB45A}" destId="{A2FFDED4-7DE2-4DA3-9FF7-FF6984A58F8C}" srcOrd="6" destOrd="0" presId="urn:microsoft.com/office/officeart/2018/layout/CircleProcess"/>
    <dgm:cxn modelId="{4C95F326-28A4-4EF3-A02E-0864E31E963E}" type="presParOf" srcId="{A2FFDED4-7DE2-4DA3-9FF7-FF6984A58F8C}" destId="{EF661819-1941-4E95-8920-9948C93C14E6}" srcOrd="0" destOrd="0" presId="urn:microsoft.com/office/officeart/2018/layout/CircleProcess"/>
    <dgm:cxn modelId="{2D2D6A13-E14B-4D94-BE23-24D08988D13C}" type="presParOf" srcId="{AB7960CE-3DF6-4532-BB54-B55ACF9FB45A}" destId="{3596DD24-A186-488B-BF7A-582104F6DE73}" srcOrd="7" destOrd="0" presId="urn:microsoft.com/office/officeart/2018/layout/CircleProcess"/>
    <dgm:cxn modelId="{7A9E53E9-2BDC-459C-9D77-80D892DA7111}" type="presParOf" srcId="{3596DD24-A186-488B-BF7A-582104F6DE73}" destId="{E1EA8A49-61EE-4716-B36E-FCE8C3441681}" srcOrd="0" destOrd="0" presId="urn:microsoft.com/office/officeart/2018/layout/CircleProcess"/>
    <dgm:cxn modelId="{AA445A03-FDAA-4F27-BA53-6272DC8F8883}" type="presParOf" srcId="{AB7960CE-3DF6-4532-BB54-B55ACF9FB45A}" destId="{AE4736F8-EBA9-4CE8-ACD5-FAE1CF06B585}" srcOrd="8" destOrd="0" presId="urn:microsoft.com/office/officeart/2018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FB6D87A-34F9-4A1E-9D9B-574A62FA9573}" type="doc">
      <dgm:prSet loTypeId="urn:microsoft.com/office/officeart/2005/8/layout/bProcess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91968E2-1CDA-4DA1-8086-642824C06982}">
      <dgm:prSet/>
      <dgm:spPr/>
      <dgm:t>
        <a:bodyPr/>
        <a:lstStyle/>
        <a:p>
          <a:r>
            <a:rPr lang="en-US" dirty="0"/>
            <a:t>¿</a:t>
          </a:r>
          <a:r>
            <a:rPr lang="en-US" dirty="0" err="1"/>
            <a:t>Qué</a:t>
          </a:r>
          <a:r>
            <a:rPr lang="en-US" dirty="0"/>
            <a:t> </a:t>
          </a:r>
          <a:r>
            <a:rPr lang="en-US" dirty="0" err="1"/>
            <a:t>métricas</a:t>
          </a:r>
          <a:r>
            <a:rPr lang="en-US" dirty="0"/>
            <a:t> </a:t>
          </a:r>
          <a:r>
            <a:rPr lang="en-US" dirty="0" err="1"/>
            <a:t>usa</a:t>
          </a:r>
          <a:r>
            <a:rPr lang="en-US" dirty="0"/>
            <a:t> o </a:t>
          </a:r>
          <a:r>
            <a:rPr lang="en-US" dirty="0" err="1"/>
            <a:t>conoce</a:t>
          </a:r>
          <a:r>
            <a:rPr lang="en-US" dirty="0"/>
            <a:t>?</a:t>
          </a:r>
        </a:p>
      </dgm:t>
    </dgm:pt>
    <dgm:pt modelId="{7D71F167-1056-4492-977A-0593056F3053}" type="parTrans" cxnId="{DDFE478A-22DB-4194-8771-FA9CE332708F}">
      <dgm:prSet/>
      <dgm:spPr/>
      <dgm:t>
        <a:bodyPr/>
        <a:lstStyle/>
        <a:p>
          <a:endParaRPr lang="en-US"/>
        </a:p>
      </dgm:t>
    </dgm:pt>
    <dgm:pt modelId="{11AA715D-E1AB-4F27-9F55-8C0E9BE39986}" type="sibTrans" cxnId="{DDFE478A-22DB-4194-8771-FA9CE332708F}">
      <dgm:prSet/>
      <dgm:spPr/>
      <dgm:t>
        <a:bodyPr/>
        <a:lstStyle/>
        <a:p>
          <a:endParaRPr lang="en-US"/>
        </a:p>
      </dgm:t>
    </dgm:pt>
    <dgm:pt modelId="{43D7636D-1B79-470A-9211-56E9D3A924D4}">
      <dgm:prSet/>
      <dgm:spPr/>
      <dgm:t>
        <a:bodyPr/>
        <a:lstStyle/>
        <a:p>
          <a:r>
            <a:rPr lang="en-US"/>
            <a:t>¿Cómo evitar que una métrica afecte negativamente la motivación?</a:t>
          </a:r>
        </a:p>
      </dgm:t>
    </dgm:pt>
    <dgm:pt modelId="{A8085310-ACB0-41EA-AF40-56F8BEFFF9FE}" type="parTrans" cxnId="{D9C38579-E752-42DE-8217-90F3E1E2636B}">
      <dgm:prSet/>
      <dgm:spPr/>
      <dgm:t>
        <a:bodyPr/>
        <a:lstStyle/>
        <a:p>
          <a:endParaRPr lang="en-US"/>
        </a:p>
      </dgm:t>
    </dgm:pt>
    <dgm:pt modelId="{30C5AA35-DA33-49FD-9880-60F400A338F8}" type="sibTrans" cxnId="{D9C38579-E752-42DE-8217-90F3E1E2636B}">
      <dgm:prSet/>
      <dgm:spPr/>
      <dgm:t>
        <a:bodyPr/>
        <a:lstStyle/>
        <a:p>
          <a:endParaRPr lang="en-US"/>
        </a:p>
      </dgm:t>
    </dgm:pt>
    <dgm:pt modelId="{7FF20A2D-1339-4294-960D-A345790FFA06}" type="pres">
      <dgm:prSet presAssocID="{9FB6D87A-34F9-4A1E-9D9B-574A62FA9573}" presName="diagram" presStyleCnt="0">
        <dgm:presLayoutVars>
          <dgm:dir/>
          <dgm:resizeHandles/>
        </dgm:presLayoutVars>
      </dgm:prSet>
      <dgm:spPr/>
    </dgm:pt>
    <dgm:pt modelId="{12DB2206-1C77-4B03-8F47-9B0829A9C325}" type="pres">
      <dgm:prSet presAssocID="{F91968E2-1CDA-4DA1-8086-642824C06982}" presName="firstNode" presStyleLbl="node1" presStyleIdx="0" presStyleCnt="2">
        <dgm:presLayoutVars>
          <dgm:bulletEnabled val="1"/>
        </dgm:presLayoutVars>
      </dgm:prSet>
      <dgm:spPr/>
    </dgm:pt>
    <dgm:pt modelId="{64430D39-BF12-4705-AD93-841C61AA64E6}" type="pres">
      <dgm:prSet presAssocID="{11AA715D-E1AB-4F27-9F55-8C0E9BE39986}" presName="sibTrans" presStyleLbl="sibTrans2D1" presStyleIdx="0" presStyleCnt="1"/>
      <dgm:spPr/>
    </dgm:pt>
    <dgm:pt modelId="{54A0DEC7-9A7D-43A1-82E4-9A823A7FFE56}" type="pres">
      <dgm:prSet presAssocID="{43D7636D-1B79-470A-9211-56E9D3A924D4}" presName="lastNode" presStyleLbl="node1" presStyleIdx="1" presStyleCnt="2">
        <dgm:presLayoutVars>
          <dgm:bulletEnabled val="1"/>
        </dgm:presLayoutVars>
      </dgm:prSet>
      <dgm:spPr/>
    </dgm:pt>
  </dgm:ptLst>
  <dgm:cxnLst>
    <dgm:cxn modelId="{28FAB205-F970-4AAC-9573-610F07246A20}" type="presOf" srcId="{11AA715D-E1AB-4F27-9F55-8C0E9BE39986}" destId="{64430D39-BF12-4705-AD93-841C61AA64E6}" srcOrd="0" destOrd="0" presId="urn:microsoft.com/office/officeart/2005/8/layout/bProcess2"/>
    <dgm:cxn modelId="{EAABD632-217D-49E4-8E4F-2364B0AA7002}" type="presOf" srcId="{F91968E2-1CDA-4DA1-8086-642824C06982}" destId="{12DB2206-1C77-4B03-8F47-9B0829A9C325}" srcOrd="0" destOrd="0" presId="urn:microsoft.com/office/officeart/2005/8/layout/bProcess2"/>
    <dgm:cxn modelId="{D9C38579-E752-42DE-8217-90F3E1E2636B}" srcId="{9FB6D87A-34F9-4A1E-9D9B-574A62FA9573}" destId="{43D7636D-1B79-470A-9211-56E9D3A924D4}" srcOrd="1" destOrd="0" parTransId="{A8085310-ACB0-41EA-AF40-56F8BEFFF9FE}" sibTransId="{30C5AA35-DA33-49FD-9880-60F400A338F8}"/>
    <dgm:cxn modelId="{DDFE478A-22DB-4194-8771-FA9CE332708F}" srcId="{9FB6D87A-34F9-4A1E-9D9B-574A62FA9573}" destId="{F91968E2-1CDA-4DA1-8086-642824C06982}" srcOrd="0" destOrd="0" parTransId="{7D71F167-1056-4492-977A-0593056F3053}" sibTransId="{11AA715D-E1AB-4F27-9F55-8C0E9BE39986}"/>
    <dgm:cxn modelId="{48CE5ADE-DB38-44CA-ABD2-E76BEFB75D78}" type="presOf" srcId="{43D7636D-1B79-470A-9211-56E9D3A924D4}" destId="{54A0DEC7-9A7D-43A1-82E4-9A823A7FFE56}" srcOrd="0" destOrd="0" presId="urn:microsoft.com/office/officeart/2005/8/layout/bProcess2"/>
    <dgm:cxn modelId="{E3DDA1EC-EF6E-447D-945B-839DF08F5C63}" type="presOf" srcId="{9FB6D87A-34F9-4A1E-9D9B-574A62FA9573}" destId="{7FF20A2D-1339-4294-960D-A345790FFA06}" srcOrd="0" destOrd="0" presId="urn:microsoft.com/office/officeart/2005/8/layout/bProcess2"/>
    <dgm:cxn modelId="{2231BC47-DAA2-435F-B6D7-6489F4A68058}" type="presParOf" srcId="{7FF20A2D-1339-4294-960D-A345790FFA06}" destId="{12DB2206-1C77-4B03-8F47-9B0829A9C325}" srcOrd="0" destOrd="0" presId="urn:microsoft.com/office/officeart/2005/8/layout/bProcess2"/>
    <dgm:cxn modelId="{89780F49-C605-4881-A0E1-0C7234A53995}" type="presParOf" srcId="{7FF20A2D-1339-4294-960D-A345790FFA06}" destId="{64430D39-BF12-4705-AD93-841C61AA64E6}" srcOrd="1" destOrd="0" presId="urn:microsoft.com/office/officeart/2005/8/layout/bProcess2"/>
    <dgm:cxn modelId="{D7D756F5-5CF0-4106-BDA1-393754ABC123}" type="presParOf" srcId="{7FF20A2D-1339-4294-960D-A345790FFA06}" destId="{54A0DEC7-9A7D-43A1-82E4-9A823A7FFE56}" srcOrd="2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0FD94-BAE5-49E0-96C4-980C5FE8E384}">
      <dsp:nvSpPr>
        <dsp:cNvPr id="0" name=""/>
        <dsp:cNvSpPr/>
      </dsp:nvSpPr>
      <dsp:spPr>
        <a:xfrm>
          <a:off x="1087458" y="651"/>
          <a:ext cx="2183429" cy="131005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¿Por qué medir la productividad del desarrollador?</a:t>
          </a:r>
        </a:p>
      </dsp:txBody>
      <dsp:txXfrm>
        <a:off x="1125828" y="39021"/>
        <a:ext cx="2106689" cy="1233317"/>
      </dsp:txXfrm>
    </dsp:sp>
    <dsp:sp modelId="{99BF4CB8-36C4-48D9-899E-02D88050ECE5}">
      <dsp:nvSpPr>
        <dsp:cNvPr id="0" name=""/>
        <dsp:cNvSpPr/>
      </dsp:nvSpPr>
      <dsp:spPr>
        <a:xfrm rot="5400000">
          <a:off x="1947729" y="1463549"/>
          <a:ext cx="462886" cy="5414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2016725" y="1502851"/>
        <a:ext cx="324894" cy="324020"/>
      </dsp:txXfrm>
    </dsp:sp>
    <dsp:sp modelId="{BFCB1E20-8788-4AAB-9A02-C0BA429DA07B}">
      <dsp:nvSpPr>
        <dsp:cNvPr id="0" name=""/>
        <dsp:cNvSpPr/>
      </dsp:nvSpPr>
      <dsp:spPr>
        <a:xfrm>
          <a:off x="1087458" y="2184080"/>
          <a:ext cx="2183429" cy="1310057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Importancia para la mejora continua y la toma de decisiones.</a:t>
          </a:r>
        </a:p>
      </dsp:txBody>
      <dsp:txXfrm>
        <a:off x="1125828" y="2222450"/>
        <a:ext cx="2106689" cy="1233317"/>
      </dsp:txXfrm>
    </dsp:sp>
    <dsp:sp modelId="{F6E155AC-2FF7-409A-B496-1304A77ED5AB}">
      <dsp:nvSpPr>
        <dsp:cNvPr id="0" name=""/>
        <dsp:cNvSpPr/>
      </dsp:nvSpPr>
      <dsp:spPr>
        <a:xfrm rot="5400000">
          <a:off x="1947729" y="3646978"/>
          <a:ext cx="462886" cy="5414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2016725" y="3686280"/>
        <a:ext cx="324894" cy="324020"/>
      </dsp:txXfrm>
    </dsp:sp>
    <dsp:sp modelId="{E187F261-C697-4361-8EA5-4EBDA91A590C}">
      <dsp:nvSpPr>
        <dsp:cNvPr id="0" name=""/>
        <dsp:cNvSpPr/>
      </dsp:nvSpPr>
      <dsp:spPr>
        <a:xfrm>
          <a:off x="1087458" y="4367509"/>
          <a:ext cx="2183429" cy="1310057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Desafíos: medir sin deshumanizar.</a:t>
          </a:r>
        </a:p>
      </dsp:txBody>
      <dsp:txXfrm>
        <a:off x="1125828" y="4405879"/>
        <a:ext cx="2106689" cy="1233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B8E44-1A63-41F3-A3EF-934825C72D0D}">
      <dsp:nvSpPr>
        <dsp:cNvPr id="0" name=""/>
        <dsp:cNvSpPr/>
      </dsp:nvSpPr>
      <dsp:spPr>
        <a:xfrm>
          <a:off x="0" y="107429"/>
          <a:ext cx="4358346" cy="17596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Indicador cuantitativo del rendimiento individual o del equipo.</a:t>
          </a:r>
        </a:p>
      </dsp:txBody>
      <dsp:txXfrm>
        <a:off x="85900" y="193329"/>
        <a:ext cx="4186546" cy="1587880"/>
      </dsp:txXfrm>
    </dsp:sp>
    <dsp:sp modelId="{AE55DA7D-3CF4-48E5-B508-8880E2B23C7E}">
      <dsp:nvSpPr>
        <dsp:cNvPr id="0" name=""/>
        <dsp:cNvSpPr/>
      </dsp:nvSpPr>
      <dsp:spPr>
        <a:xfrm>
          <a:off x="0" y="1959269"/>
          <a:ext cx="4358346" cy="175968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Evalúa eficiencia, calidad, entrega y colaboración.</a:t>
          </a:r>
        </a:p>
      </dsp:txBody>
      <dsp:txXfrm>
        <a:off x="85900" y="2045169"/>
        <a:ext cx="4186546" cy="1587880"/>
      </dsp:txXfrm>
    </dsp:sp>
    <dsp:sp modelId="{DFE35BDB-5361-484A-B4C4-7466A359DC31}">
      <dsp:nvSpPr>
        <dsp:cNvPr id="0" name=""/>
        <dsp:cNvSpPr/>
      </dsp:nvSpPr>
      <dsp:spPr>
        <a:xfrm>
          <a:off x="0" y="3811109"/>
          <a:ext cx="4358346" cy="17596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 debe usarse de forma punitiva.</a:t>
          </a:r>
        </a:p>
      </dsp:txBody>
      <dsp:txXfrm>
        <a:off x="85900" y="3897009"/>
        <a:ext cx="4186546" cy="15878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719D09-4517-4D82-8BC7-E52D3B7EF526}">
      <dsp:nvSpPr>
        <dsp:cNvPr id="0" name=""/>
        <dsp:cNvSpPr/>
      </dsp:nvSpPr>
      <dsp:spPr>
        <a:xfrm>
          <a:off x="0" y="802184"/>
          <a:ext cx="4358346" cy="5276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1. Líneas de código (LoC)</a:t>
          </a:r>
        </a:p>
      </dsp:txBody>
      <dsp:txXfrm>
        <a:off x="25759" y="827943"/>
        <a:ext cx="4306828" cy="476152"/>
      </dsp:txXfrm>
    </dsp:sp>
    <dsp:sp modelId="{339B59B8-732E-4614-B411-F6707AC7AA00}">
      <dsp:nvSpPr>
        <dsp:cNvPr id="0" name=""/>
        <dsp:cNvSpPr/>
      </dsp:nvSpPr>
      <dsp:spPr>
        <a:xfrm>
          <a:off x="0" y="1393214"/>
          <a:ext cx="4358346" cy="527670"/>
        </a:xfrm>
        <a:prstGeom prst="roundRect">
          <a:avLst/>
        </a:prstGeom>
        <a:solidFill>
          <a:schemeClr val="accent5">
            <a:hueOff val="-1655646"/>
            <a:satOff val="6635"/>
            <a:lumOff val="143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Commits por día/semana</a:t>
          </a:r>
        </a:p>
      </dsp:txBody>
      <dsp:txXfrm>
        <a:off x="25759" y="1418973"/>
        <a:ext cx="4306828" cy="476152"/>
      </dsp:txXfrm>
    </dsp:sp>
    <dsp:sp modelId="{D2393657-B72D-4A04-B11A-9EDEBBA4B98C}">
      <dsp:nvSpPr>
        <dsp:cNvPr id="0" name=""/>
        <dsp:cNvSpPr/>
      </dsp:nvSpPr>
      <dsp:spPr>
        <a:xfrm>
          <a:off x="0" y="1984244"/>
          <a:ext cx="4358346" cy="52767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3. Número de tareas completadas</a:t>
          </a:r>
        </a:p>
      </dsp:txBody>
      <dsp:txXfrm>
        <a:off x="25759" y="2010003"/>
        <a:ext cx="4306828" cy="476152"/>
      </dsp:txXfrm>
    </dsp:sp>
    <dsp:sp modelId="{B361B8F9-E62B-4D56-8721-461409F443E0}">
      <dsp:nvSpPr>
        <dsp:cNvPr id="0" name=""/>
        <dsp:cNvSpPr/>
      </dsp:nvSpPr>
      <dsp:spPr>
        <a:xfrm>
          <a:off x="0" y="2575274"/>
          <a:ext cx="4358346" cy="52767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4. Velocidad de entrega (velocity)</a:t>
          </a:r>
        </a:p>
      </dsp:txBody>
      <dsp:txXfrm>
        <a:off x="25759" y="2601033"/>
        <a:ext cx="4306828" cy="476152"/>
      </dsp:txXfrm>
    </dsp:sp>
    <dsp:sp modelId="{1D1722AA-F2F3-46C7-B25B-90C8C813C0D1}">
      <dsp:nvSpPr>
        <dsp:cNvPr id="0" name=""/>
        <dsp:cNvSpPr/>
      </dsp:nvSpPr>
      <dsp:spPr>
        <a:xfrm>
          <a:off x="0" y="3166304"/>
          <a:ext cx="4358346" cy="52767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5. Tasa de errores o bugs</a:t>
          </a:r>
        </a:p>
      </dsp:txBody>
      <dsp:txXfrm>
        <a:off x="25759" y="3192063"/>
        <a:ext cx="4306828" cy="476152"/>
      </dsp:txXfrm>
    </dsp:sp>
    <dsp:sp modelId="{FDE3CBA4-EA58-4496-BF36-66F0F2AC18CA}">
      <dsp:nvSpPr>
        <dsp:cNvPr id="0" name=""/>
        <dsp:cNvSpPr/>
      </dsp:nvSpPr>
      <dsp:spPr>
        <a:xfrm>
          <a:off x="0" y="3757334"/>
          <a:ext cx="4358346" cy="527670"/>
        </a:xfrm>
        <a:prstGeom prst="roundRect">
          <a:avLst/>
        </a:prstGeom>
        <a:solidFill>
          <a:schemeClr val="accent5">
            <a:hueOff val="-8278230"/>
            <a:satOff val="33176"/>
            <a:lumOff val="71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6. Revisión de código (pull requests)</a:t>
          </a:r>
        </a:p>
      </dsp:txBody>
      <dsp:txXfrm>
        <a:off x="25759" y="3783093"/>
        <a:ext cx="4306828" cy="476152"/>
      </dsp:txXfrm>
    </dsp:sp>
    <dsp:sp modelId="{89ACC2FB-3944-4D0B-B4A5-F12F922BF89A}">
      <dsp:nvSpPr>
        <dsp:cNvPr id="0" name=""/>
        <dsp:cNvSpPr/>
      </dsp:nvSpPr>
      <dsp:spPr>
        <a:xfrm>
          <a:off x="0" y="4348364"/>
          <a:ext cx="4358346" cy="52767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7. Tiempo de ciclo (cycle time)</a:t>
          </a:r>
        </a:p>
      </dsp:txBody>
      <dsp:txXfrm>
        <a:off x="25759" y="4374123"/>
        <a:ext cx="4306828" cy="4761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FF1E61-75B8-4B85-98B7-1BEFDFD82094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E9427-2C8D-43DF-B17D-9A1E63A56AE6}">
      <dsp:nvSpPr>
        <dsp:cNvPr id="0" name=""/>
        <dsp:cNvSpPr/>
      </dsp:nvSpPr>
      <dsp:spPr>
        <a:xfrm>
          <a:off x="0" y="2772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Líneas de código ≠ calidad</a:t>
          </a:r>
        </a:p>
      </dsp:txBody>
      <dsp:txXfrm>
        <a:off x="0" y="2772"/>
        <a:ext cx="4358346" cy="1890891"/>
      </dsp:txXfrm>
    </dsp:sp>
    <dsp:sp modelId="{4F38B383-9CD9-42C4-B807-0A7E6F64A1B2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BC4A6-1327-40F6-B243-746822383FB7}">
      <dsp:nvSpPr>
        <dsp:cNvPr id="0" name=""/>
        <dsp:cNvSpPr/>
      </dsp:nvSpPr>
      <dsp:spPr>
        <a:xfrm>
          <a:off x="0" y="1893663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Muchos commits no significan productividad real</a:t>
          </a:r>
        </a:p>
      </dsp:txBody>
      <dsp:txXfrm>
        <a:off x="0" y="1893663"/>
        <a:ext cx="4358346" cy="1890891"/>
      </dsp:txXfrm>
    </dsp:sp>
    <dsp:sp modelId="{4696DDD8-E71C-4DC8-B22D-6ABBA2026758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D8ABA6-CAB9-44C8-B56A-37774B0AB1F5}">
      <dsp:nvSpPr>
        <dsp:cNvPr id="0" name=""/>
        <dsp:cNvSpPr/>
      </dsp:nvSpPr>
      <dsp:spPr>
        <a:xfrm>
          <a:off x="0" y="3784555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Medición sin contexto puede ser contraproducente</a:t>
          </a:r>
        </a:p>
      </dsp:txBody>
      <dsp:txXfrm>
        <a:off x="0" y="3784555"/>
        <a:ext cx="4358346" cy="18908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E5AE7-D564-4755-8795-61ED977F06CC}">
      <dsp:nvSpPr>
        <dsp:cNvPr id="0" name=""/>
        <dsp:cNvSpPr/>
      </dsp:nvSpPr>
      <dsp:spPr>
        <a:xfrm>
          <a:off x="0" y="2772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1EC1B-A291-4E42-9D7D-8A185C3CBB9C}">
      <dsp:nvSpPr>
        <dsp:cNvPr id="0" name=""/>
        <dsp:cNvSpPr/>
      </dsp:nvSpPr>
      <dsp:spPr>
        <a:xfrm>
          <a:off x="0" y="2772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Combinar métricas cuantitativas y cualitativas</a:t>
          </a:r>
        </a:p>
      </dsp:txBody>
      <dsp:txXfrm>
        <a:off x="0" y="2772"/>
        <a:ext cx="4358346" cy="1890891"/>
      </dsp:txXfrm>
    </dsp:sp>
    <dsp:sp modelId="{E8817347-AE91-42E8-976A-9B7FDB9E2470}">
      <dsp:nvSpPr>
        <dsp:cNvPr id="0" name=""/>
        <dsp:cNvSpPr/>
      </dsp:nvSpPr>
      <dsp:spPr>
        <a:xfrm>
          <a:off x="0" y="1893663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0877D-65B3-404E-8E95-8C1F5912BBC9}">
      <dsp:nvSpPr>
        <dsp:cNvPr id="0" name=""/>
        <dsp:cNvSpPr/>
      </dsp:nvSpPr>
      <dsp:spPr>
        <a:xfrm>
          <a:off x="0" y="1893663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Evaluar en conjunto con revisión de código y colaboración</a:t>
          </a:r>
        </a:p>
      </dsp:txBody>
      <dsp:txXfrm>
        <a:off x="0" y="1893663"/>
        <a:ext cx="4358346" cy="1890891"/>
      </dsp:txXfrm>
    </dsp:sp>
    <dsp:sp modelId="{FA8A3D86-03BA-4ED2-B8E9-C12C2B9525ED}">
      <dsp:nvSpPr>
        <dsp:cNvPr id="0" name=""/>
        <dsp:cNvSpPr/>
      </dsp:nvSpPr>
      <dsp:spPr>
        <a:xfrm>
          <a:off x="0" y="3784555"/>
          <a:ext cx="4358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56A47-44BE-4A6A-8CFF-F9343862C081}">
      <dsp:nvSpPr>
        <dsp:cNvPr id="0" name=""/>
        <dsp:cNvSpPr/>
      </dsp:nvSpPr>
      <dsp:spPr>
        <a:xfrm>
          <a:off x="0" y="3784555"/>
          <a:ext cx="4358346" cy="189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Adaptar las métricas al contexto del equipo</a:t>
          </a:r>
        </a:p>
      </dsp:txBody>
      <dsp:txXfrm>
        <a:off x="0" y="3784555"/>
        <a:ext cx="4358346" cy="18908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FE71B-EBC5-4097-8AD7-ACC2EFA1762A}">
      <dsp:nvSpPr>
        <dsp:cNvPr id="0" name=""/>
        <dsp:cNvSpPr/>
      </dsp:nvSpPr>
      <dsp:spPr>
        <a:xfrm>
          <a:off x="0" y="9599"/>
          <a:ext cx="4358346" cy="27834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Productividad individual debe verse dentro del rendimiento del equipo</a:t>
          </a:r>
        </a:p>
      </dsp:txBody>
      <dsp:txXfrm>
        <a:off x="135876" y="145475"/>
        <a:ext cx="4086594" cy="2511678"/>
      </dsp:txXfrm>
    </dsp:sp>
    <dsp:sp modelId="{39E89A35-B5B5-4F58-BE27-01947743A099}">
      <dsp:nvSpPr>
        <dsp:cNvPr id="0" name=""/>
        <dsp:cNvSpPr/>
      </dsp:nvSpPr>
      <dsp:spPr>
        <a:xfrm>
          <a:off x="0" y="2885189"/>
          <a:ext cx="4358346" cy="278343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Equipos de alto rendimiento &gt; individuos sobresalientes pero aislados</a:t>
          </a:r>
        </a:p>
      </dsp:txBody>
      <dsp:txXfrm>
        <a:off x="135876" y="3021065"/>
        <a:ext cx="4086594" cy="25116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0780A3-A31D-4046-9844-155FB35D4ECF}">
      <dsp:nvSpPr>
        <dsp:cNvPr id="0" name=""/>
        <dsp:cNvSpPr/>
      </dsp:nvSpPr>
      <dsp:spPr>
        <a:xfrm>
          <a:off x="0" y="74689"/>
          <a:ext cx="4358346" cy="13109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GitHub Insights</a:t>
          </a:r>
        </a:p>
      </dsp:txBody>
      <dsp:txXfrm>
        <a:off x="63994" y="138683"/>
        <a:ext cx="4230358" cy="1182942"/>
      </dsp:txXfrm>
    </dsp:sp>
    <dsp:sp modelId="{7F63E909-D17D-45BF-A4F6-FBC993DFD03F}">
      <dsp:nvSpPr>
        <dsp:cNvPr id="0" name=""/>
        <dsp:cNvSpPr/>
      </dsp:nvSpPr>
      <dsp:spPr>
        <a:xfrm>
          <a:off x="0" y="1480659"/>
          <a:ext cx="4358346" cy="131093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Jira / Azure DevOps / Trello</a:t>
          </a:r>
        </a:p>
      </dsp:txBody>
      <dsp:txXfrm>
        <a:off x="63994" y="1544653"/>
        <a:ext cx="4230358" cy="1182942"/>
      </dsp:txXfrm>
    </dsp:sp>
    <dsp:sp modelId="{DA321D9B-4C31-4145-AE70-79F39BA76D90}">
      <dsp:nvSpPr>
        <dsp:cNvPr id="0" name=""/>
        <dsp:cNvSpPr/>
      </dsp:nvSpPr>
      <dsp:spPr>
        <a:xfrm>
          <a:off x="0" y="2886629"/>
          <a:ext cx="4358346" cy="131093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SonarQube (calidad de código)</a:t>
          </a:r>
        </a:p>
      </dsp:txBody>
      <dsp:txXfrm>
        <a:off x="63994" y="2950623"/>
        <a:ext cx="4230358" cy="1182942"/>
      </dsp:txXfrm>
    </dsp:sp>
    <dsp:sp modelId="{87986C0D-5CAE-464C-9EDD-62AF8E944FCD}">
      <dsp:nvSpPr>
        <dsp:cNvPr id="0" name=""/>
        <dsp:cNvSpPr/>
      </dsp:nvSpPr>
      <dsp:spPr>
        <a:xfrm>
          <a:off x="0" y="4292599"/>
          <a:ext cx="4358346" cy="131093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GitPrime / LinearB / Code Climate</a:t>
          </a:r>
        </a:p>
      </dsp:txBody>
      <dsp:txXfrm>
        <a:off x="63994" y="4356593"/>
        <a:ext cx="4230358" cy="11829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48569-D184-458B-A02E-CF11401398B9}">
      <dsp:nvSpPr>
        <dsp:cNvPr id="0" name=""/>
        <dsp:cNvSpPr/>
      </dsp:nvSpPr>
      <dsp:spPr>
        <a:xfrm>
          <a:off x="4856345" y="1137878"/>
          <a:ext cx="2118423" cy="21188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233E6-4F40-4F87-B793-D72ABC16C1FA}">
      <dsp:nvSpPr>
        <dsp:cNvPr id="0" name=""/>
        <dsp:cNvSpPr/>
      </dsp:nvSpPr>
      <dsp:spPr>
        <a:xfrm>
          <a:off x="4926683" y="1208517"/>
          <a:ext cx="1977746" cy="197753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Enfocar las métricas en el aprendizaje y no solo en el control</a:t>
          </a:r>
        </a:p>
      </dsp:txBody>
      <dsp:txXfrm>
        <a:off x="5209416" y="1491076"/>
        <a:ext cx="1412282" cy="1412419"/>
      </dsp:txXfrm>
    </dsp:sp>
    <dsp:sp modelId="{4AE77F55-7036-4958-B645-9F692941C460}">
      <dsp:nvSpPr>
        <dsp:cNvPr id="0" name=""/>
        <dsp:cNvSpPr/>
      </dsp:nvSpPr>
      <dsp:spPr>
        <a:xfrm rot="2700000">
          <a:off x="2669445" y="1140439"/>
          <a:ext cx="2113321" cy="2113321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3B98B9-68B7-4FD4-B251-5CBFBE22CA97}">
      <dsp:nvSpPr>
        <dsp:cNvPr id="0" name=""/>
        <dsp:cNvSpPr/>
      </dsp:nvSpPr>
      <dsp:spPr>
        <a:xfrm>
          <a:off x="2737232" y="1208517"/>
          <a:ext cx="1977746" cy="197753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Medir bien permite mejorar sin presionar</a:t>
          </a:r>
        </a:p>
      </dsp:txBody>
      <dsp:txXfrm>
        <a:off x="3019964" y="1491076"/>
        <a:ext cx="1412282" cy="1412419"/>
      </dsp:txXfrm>
    </dsp:sp>
    <dsp:sp modelId="{EF661819-1941-4E95-8920-9948C93C14E6}">
      <dsp:nvSpPr>
        <dsp:cNvPr id="0" name=""/>
        <dsp:cNvSpPr/>
      </dsp:nvSpPr>
      <dsp:spPr>
        <a:xfrm rot="2700000">
          <a:off x="479993" y="1140439"/>
          <a:ext cx="2113321" cy="2113321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A8A49-61EE-4716-B36E-FCE8C3441681}">
      <dsp:nvSpPr>
        <dsp:cNvPr id="0" name=""/>
        <dsp:cNvSpPr/>
      </dsp:nvSpPr>
      <dsp:spPr>
        <a:xfrm>
          <a:off x="547781" y="1208517"/>
          <a:ext cx="1977746" cy="197753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La productividad del desarrollador es multifacética</a:t>
          </a:r>
        </a:p>
      </dsp:txBody>
      <dsp:txXfrm>
        <a:off x="830513" y="1491076"/>
        <a:ext cx="1412282" cy="14124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DB2206-1C77-4B03-8F47-9B0829A9C325}">
      <dsp:nvSpPr>
        <dsp:cNvPr id="0" name=""/>
        <dsp:cNvSpPr/>
      </dsp:nvSpPr>
      <dsp:spPr>
        <a:xfrm>
          <a:off x="856" y="794026"/>
          <a:ext cx="2806146" cy="28061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¿</a:t>
          </a:r>
          <a:r>
            <a:rPr lang="en-US" sz="2400" kern="1200" dirty="0" err="1"/>
            <a:t>Qué</a:t>
          </a:r>
          <a:r>
            <a:rPr lang="en-US" sz="2400" kern="1200" dirty="0"/>
            <a:t> </a:t>
          </a:r>
          <a:r>
            <a:rPr lang="en-US" sz="2400" kern="1200" dirty="0" err="1"/>
            <a:t>métricas</a:t>
          </a:r>
          <a:r>
            <a:rPr lang="en-US" sz="2400" kern="1200" dirty="0"/>
            <a:t> </a:t>
          </a:r>
          <a:r>
            <a:rPr lang="en-US" sz="2400" kern="1200" dirty="0" err="1"/>
            <a:t>usa</a:t>
          </a:r>
          <a:r>
            <a:rPr lang="en-US" sz="2400" kern="1200" dirty="0"/>
            <a:t> o </a:t>
          </a:r>
          <a:r>
            <a:rPr lang="en-US" sz="2400" kern="1200" dirty="0" err="1"/>
            <a:t>conoce</a:t>
          </a:r>
          <a:r>
            <a:rPr lang="en-US" sz="2400" kern="1200" dirty="0"/>
            <a:t>?</a:t>
          </a:r>
        </a:p>
      </dsp:txBody>
      <dsp:txXfrm>
        <a:off x="411807" y="1204977"/>
        <a:ext cx="1984244" cy="1984244"/>
      </dsp:txXfrm>
    </dsp:sp>
    <dsp:sp modelId="{64430D39-BF12-4705-AD93-841C61AA64E6}">
      <dsp:nvSpPr>
        <dsp:cNvPr id="0" name=""/>
        <dsp:cNvSpPr/>
      </dsp:nvSpPr>
      <dsp:spPr>
        <a:xfrm rot="5400000">
          <a:off x="3038510" y="1825285"/>
          <a:ext cx="982151" cy="743628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0DEC7-9A7D-43A1-82E4-9A823A7FFE56}">
      <dsp:nvSpPr>
        <dsp:cNvPr id="0" name=""/>
        <dsp:cNvSpPr/>
      </dsp:nvSpPr>
      <dsp:spPr>
        <a:xfrm>
          <a:off x="4210076" y="794026"/>
          <a:ext cx="2806146" cy="28061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¿Cómo evitar que una métrica afecte negativamente la motivación?</a:t>
          </a:r>
        </a:p>
      </dsp:txBody>
      <dsp:txXfrm>
        <a:off x="4621027" y="1204977"/>
        <a:ext cx="1984244" cy="1984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node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034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El impacto silencioso de los indicadores en el logro de los objetivos">
            <a:extLst>
              <a:ext uri="{FF2B5EF4-FFF2-40B4-BE49-F238E27FC236}">
                <a16:creationId xmlns:a16="http://schemas.microsoft.com/office/drawing/2014/main" id="{4D92BFEC-C892-2202-7526-A2D13D03B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2" r="-1" b="-1"/>
          <a:stretch/>
        </p:blipFill>
        <p:spPr bwMode="auto">
          <a:xfrm>
            <a:off x="20" y="10"/>
            <a:ext cx="91416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43000" y="1122363"/>
            <a:ext cx="6858000" cy="3063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57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Métricas de Productividad del Desarrollador</a:t>
            </a:r>
          </a:p>
        </p:txBody>
      </p:sp>
      <p:sp>
        <p:nvSpPr>
          <p:cNvPr id="104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Introducción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6C5AF89-CE2D-A5DF-6611-A3A96ABDBD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6977156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¿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Qué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es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una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métrica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productividad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40147B1-079D-71A8-C7BD-D06C8D2384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4002800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4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Tipos de métricas comunes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792616B-830D-DDC7-C523-82886D80A9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0864195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Métricas que pueden ser engañosas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3935024-6A0E-5DED-8312-E5DDEE3E6B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5524544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Buenas prácticas al usar métricas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A1D3DBA-CA3A-108C-A6CA-AD28F9409C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8259810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Enfoque en equipo vs individual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EB206EA-F160-75B1-1D3A-71A749E315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2992092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4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Herramientas comunes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22ED590-F9D2-0FEF-8905-6BC1019B82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495259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1051" y="381935"/>
            <a:ext cx="7017080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7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B32201E-85A4-5870-575B-CA2CD3A50B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1932736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1051" y="381935"/>
            <a:ext cx="7017080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Preguntas y discusión</a:t>
            </a:r>
          </a:p>
        </p:txBody>
      </p:sp>
      <p:grpSp>
        <p:nvGrpSpPr>
          <p:cNvPr id="19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20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3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extBox 2">
            <a:extLst>
              <a:ext uri="{FF2B5EF4-FFF2-40B4-BE49-F238E27FC236}">
                <a16:creationId xmlns:a16="http://schemas.microsoft.com/office/drawing/2014/main" id="{7FAAEA34-AD96-4811-7BE5-3DE9C50F65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4088622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262</Words>
  <Application>Microsoft Office PowerPoint</Application>
  <PresentationFormat>Presentación en pantalla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 Georgio</dc:creator>
  <cp:keywords/>
  <dc:description>generated using python-pptx</dc:description>
  <cp:lastModifiedBy>JORGE HUMBERTO MIRANDA REALPE</cp:lastModifiedBy>
  <cp:revision>4</cp:revision>
  <dcterms:created xsi:type="dcterms:W3CDTF">2013-01-27T09:14:16Z</dcterms:created>
  <dcterms:modified xsi:type="dcterms:W3CDTF">2025-05-05T16:24:23Z</dcterms:modified>
  <cp:category/>
</cp:coreProperties>
</file>