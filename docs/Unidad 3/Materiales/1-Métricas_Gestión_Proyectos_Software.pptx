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8.svg"/><Relationship Id="rId9" Type="http://schemas.openxmlformats.org/officeDocument/2006/relationships/image" Target="../media/image15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8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83F86B-60F5-41F9-A69E-9EFD7786C485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E3A737C-37BB-489B-94A9-15AEF575365F}">
      <dgm:prSet/>
      <dgm:spPr/>
      <dgm:t>
        <a:bodyPr/>
        <a:lstStyle/>
        <a:p>
          <a:r>
            <a:rPr lang="es-EC"/>
            <a:t>• Métricas de Proceso</a:t>
          </a:r>
          <a:endParaRPr lang="en-US"/>
        </a:p>
      </dgm:t>
    </dgm:pt>
    <dgm:pt modelId="{FC54B68E-B0F0-4D25-8C5E-1BCC1DBA7818}" type="parTrans" cxnId="{5157ECDA-920B-4032-9BDD-9E015BDDEB51}">
      <dgm:prSet/>
      <dgm:spPr/>
      <dgm:t>
        <a:bodyPr/>
        <a:lstStyle/>
        <a:p>
          <a:endParaRPr lang="en-US"/>
        </a:p>
      </dgm:t>
    </dgm:pt>
    <dgm:pt modelId="{556530B6-5009-4D3C-86E8-9757A91A3E48}" type="sibTrans" cxnId="{5157ECDA-920B-4032-9BDD-9E015BDDEB51}">
      <dgm:prSet/>
      <dgm:spPr/>
      <dgm:t>
        <a:bodyPr/>
        <a:lstStyle/>
        <a:p>
          <a:endParaRPr lang="en-US"/>
        </a:p>
      </dgm:t>
    </dgm:pt>
    <dgm:pt modelId="{3002A424-B026-41F4-B585-5C05A1F1CE9D}">
      <dgm:prSet/>
      <dgm:spPr/>
      <dgm:t>
        <a:bodyPr/>
        <a:lstStyle/>
        <a:p>
          <a:r>
            <a:rPr lang="es-EC"/>
            <a:t>• Métricas de Proyecto</a:t>
          </a:r>
          <a:endParaRPr lang="en-US"/>
        </a:p>
      </dgm:t>
    </dgm:pt>
    <dgm:pt modelId="{5A6EC2AF-C9AE-4FB6-A402-AA04C365AE31}" type="parTrans" cxnId="{375198E4-FBD9-49A5-9DF0-42B5676236E5}">
      <dgm:prSet/>
      <dgm:spPr/>
      <dgm:t>
        <a:bodyPr/>
        <a:lstStyle/>
        <a:p>
          <a:endParaRPr lang="en-US"/>
        </a:p>
      </dgm:t>
    </dgm:pt>
    <dgm:pt modelId="{3AFF6413-D9AC-4636-91BA-443C2BF53598}" type="sibTrans" cxnId="{375198E4-FBD9-49A5-9DF0-42B5676236E5}">
      <dgm:prSet/>
      <dgm:spPr/>
      <dgm:t>
        <a:bodyPr/>
        <a:lstStyle/>
        <a:p>
          <a:endParaRPr lang="en-US"/>
        </a:p>
      </dgm:t>
    </dgm:pt>
    <dgm:pt modelId="{6887B713-6250-469C-9DD5-B80BC07F5EA2}">
      <dgm:prSet/>
      <dgm:spPr/>
      <dgm:t>
        <a:bodyPr/>
        <a:lstStyle/>
        <a:p>
          <a:r>
            <a:rPr lang="es-EC"/>
            <a:t>• Métricas de Producto</a:t>
          </a:r>
          <a:endParaRPr lang="en-US"/>
        </a:p>
      </dgm:t>
    </dgm:pt>
    <dgm:pt modelId="{FA0E0084-4DD7-4C01-87F0-27B090F5C959}" type="parTrans" cxnId="{FF46C2FA-38A6-4BD7-9FD5-FA9034DEF14B}">
      <dgm:prSet/>
      <dgm:spPr/>
      <dgm:t>
        <a:bodyPr/>
        <a:lstStyle/>
        <a:p>
          <a:endParaRPr lang="en-US"/>
        </a:p>
      </dgm:t>
    </dgm:pt>
    <dgm:pt modelId="{299D2B02-8981-43B6-A522-3B32BA1E885C}" type="sibTrans" cxnId="{FF46C2FA-38A6-4BD7-9FD5-FA9034DEF14B}">
      <dgm:prSet/>
      <dgm:spPr/>
      <dgm:t>
        <a:bodyPr/>
        <a:lstStyle/>
        <a:p>
          <a:endParaRPr lang="en-US"/>
        </a:p>
      </dgm:t>
    </dgm:pt>
    <dgm:pt modelId="{3CCC724A-B005-4752-87A8-2E9370FED6FE}">
      <dgm:prSet/>
      <dgm:spPr/>
      <dgm:t>
        <a:bodyPr/>
        <a:lstStyle/>
        <a:p>
          <a:r>
            <a:rPr lang="es-EC"/>
            <a:t>• Métricas de Calidad</a:t>
          </a:r>
          <a:endParaRPr lang="en-US"/>
        </a:p>
      </dgm:t>
    </dgm:pt>
    <dgm:pt modelId="{3DEBF540-48E3-4F29-B155-894BD53548B2}" type="parTrans" cxnId="{3980F5C3-B02B-4490-BC27-5C4E4B951E1C}">
      <dgm:prSet/>
      <dgm:spPr/>
      <dgm:t>
        <a:bodyPr/>
        <a:lstStyle/>
        <a:p>
          <a:endParaRPr lang="en-US"/>
        </a:p>
      </dgm:t>
    </dgm:pt>
    <dgm:pt modelId="{EEF660CD-7DD2-4937-AC89-F98903F226B1}" type="sibTrans" cxnId="{3980F5C3-B02B-4490-BC27-5C4E4B951E1C}">
      <dgm:prSet/>
      <dgm:spPr/>
      <dgm:t>
        <a:bodyPr/>
        <a:lstStyle/>
        <a:p>
          <a:endParaRPr lang="en-US"/>
        </a:p>
      </dgm:t>
    </dgm:pt>
    <dgm:pt modelId="{AE93EA15-B132-4C93-A0F3-76CA21E541D7}" type="pres">
      <dgm:prSet presAssocID="{7083F86B-60F5-41F9-A69E-9EFD7786C485}" presName="outerComposite" presStyleCnt="0">
        <dgm:presLayoutVars>
          <dgm:chMax val="5"/>
          <dgm:dir/>
          <dgm:resizeHandles val="exact"/>
        </dgm:presLayoutVars>
      </dgm:prSet>
      <dgm:spPr/>
    </dgm:pt>
    <dgm:pt modelId="{602CFFEE-4F85-48BC-A22D-145CC51AAD8B}" type="pres">
      <dgm:prSet presAssocID="{7083F86B-60F5-41F9-A69E-9EFD7786C485}" presName="dummyMaxCanvas" presStyleCnt="0">
        <dgm:presLayoutVars/>
      </dgm:prSet>
      <dgm:spPr/>
    </dgm:pt>
    <dgm:pt modelId="{C267349B-AFAB-4F24-B770-2B70ACFB130A}" type="pres">
      <dgm:prSet presAssocID="{7083F86B-60F5-41F9-A69E-9EFD7786C485}" presName="FourNodes_1" presStyleLbl="node1" presStyleIdx="0" presStyleCnt="4">
        <dgm:presLayoutVars>
          <dgm:bulletEnabled val="1"/>
        </dgm:presLayoutVars>
      </dgm:prSet>
      <dgm:spPr/>
    </dgm:pt>
    <dgm:pt modelId="{97A326F8-F6B3-4DF2-AD66-D20664EA1C50}" type="pres">
      <dgm:prSet presAssocID="{7083F86B-60F5-41F9-A69E-9EFD7786C485}" presName="FourNodes_2" presStyleLbl="node1" presStyleIdx="1" presStyleCnt="4">
        <dgm:presLayoutVars>
          <dgm:bulletEnabled val="1"/>
        </dgm:presLayoutVars>
      </dgm:prSet>
      <dgm:spPr/>
    </dgm:pt>
    <dgm:pt modelId="{E887E414-7E46-437A-A11C-9147A64E54AF}" type="pres">
      <dgm:prSet presAssocID="{7083F86B-60F5-41F9-A69E-9EFD7786C485}" presName="FourNodes_3" presStyleLbl="node1" presStyleIdx="2" presStyleCnt="4">
        <dgm:presLayoutVars>
          <dgm:bulletEnabled val="1"/>
        </dgm:presLayoutVars>
      </dgm:prSet>
      <dgm:spPr/>
    </dgm:pt>
    <dgm:pt modelId="{F95F73F6-70BC-4385-896C-3FF8C61E0B17}" type="pres">
      <dgm:prSet presAssocID="{7083F86B-60F5-41F9-A69E-9EFD7786C485}" presName="FourNodes_4" presStyleLbl="node1" presStyleIdx="3" presStyleCnt="4">
        <dgm:presLayoutVars>
          <dgm:bulletEnabled val="1"/>
        </dgm:presLayoutVars>
      </dgm:prSet>
      <dgm:spPr/>
    </dgm:pt>
    <dgm:pt modelId="{DB75BA78-97BC-46CE-A83C-B8012B508F39}" type="pres">
      <dgm:prSet presAssocID="{7083F86B-60F5-41F9-A69E-9EFD7786C485}" presName="FourConn_1-2" presStyleLbl="fgAccFollowNode1" presStyleIdx="0" presStyleCnt="3">
        <dgm:presLayoutVars>
          <dgm:bulletEnabled val="1"/>
        </dgm:presLayoutVars>
      </dgm:prSet>
      <dgm:spPr/>
    </dgm:pt>
    <dgm:pt modelId="{8897B906-B513-444B-89A2-F0699D7E83F9}" type="pres">
      <dgm:prSet presAssocID="{7083F86B-60F5-41F9-A69E-9EFD7786C485}" presName="FourConn_2-3" presStyleLbl="fgAccFollowNode1" presStyleIdx="1" presStyleCnt="3">
        <dgm:presLayoutVars>
          <dgm:bulletEnabled val="1"/>
        </dgm:presLayoutVars>
      </dgm:prSet>
      <dgm:spPr/>
    </dgm:pt>
    <dgm:pt modelId="{A2426520-D8EB-48B5-B64E-BEA0014BA8F4}" type="pres">
      <dgm:prSet presAssocID="{7083F86B-60F5-41F9-A69E-9EFD7786C485}" presName="FourConn_3-4" presStyleLbl="fgAccFollowNode1" presStyleIdx="2" presStyleCnt="3">
        <dgm:presLayoutVars>
          <dgm:bulletEnabled val="1"/>
        </dgm:presLayoutVars>
      </dgm:prSet>
      <dgm:spPr/>
    </dgm:pt>
    <dgm:pt modelId="{2112EA6E-DB08-488D-9058-E3C1679A3970}" type="pres">
      <dgm:prSet presAssocID="{7083F86B-60F5-41F9-A69E-9EFD7786C485}" presName="FourNodes_1_text" presStyleLbl="node1" presStyleIdx="3" presStyleCnt="4">
        <dgm:presLayoutVars>
          <dgm:bulletEnabled val="1"/>
        </dgm:presLayoutVars>
      </dgm:prSet>
      <dgm:spPr/>
    </dgm:pt>
    <dgm:pt modelId="{CA602FD0-9ADB-4F1E-9DCD-A70AF2DDE473}" type="pres">
      <dgm:prSet presAssocID="{7083F86B-60F5-41F9-A69E-9EFD7786C485}" presName="FourNodes_2_text" presStyleLbl="node1" presStyleIdx="3" presStyleCnt="4">
        <dgm:presLayoutVars>
          <dgm:bulletEnabled val="1"/>
        </dgm:presLayoutVars>
      </dgm:prSet>
      <dgm:spPr/>
    </dgm:pt>
    <dgm:pt modelId="{9D38398D-DA2D-408D-9A95-9162528EB10F}" type="pres">
      <dgm:prSet presAssocID="{7083F86B-60F5-41F9-A69E-9EFD7786C485}" presName="FourNodes_3_text" presStyleLbl="node1" presStyleIdx="3" presStyleCnt="4">
        <dgm:presLayoutVars>
          <dgm:bulletEnabled val="1"/>
        </dgm:presLayoutVars>
      </dgm:prSet>
      <dgm:spPr/>
    </dgm:pt>
    <dgm:pt modelId="{9803A5DA-6368-4087-91BB-C09176BAF036}" type="pres">
      <dgm:prSet presAssocID="{7083F86B-60F5-41F9-A69E-9EFD7786C48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16B2B08-96FB-440D-BF03-80406EDA60AF}" type="presOf" srcId="{6E3A737C-37BB-489B-94A9-15AEF575365F}" destId="{C267349B-AFAB-4F24-B770-2B70ACFB130A}" srcOrd="0" destOrd="0" presId="urn:microsoft.com/office/officeart/2005/8/layout/vProcess5"/>
    <dgm:cxn modelId="{23A0A72B-B197-4711-AE7E-AEAD3DB235FE}" type="presOf" srcId="{3AFF6413-D9AC-4636-91BA-443C2BF53598}" destId="{8897B906-B513-444B-89A2-F0699D7E83F9}" srcOrd="0" destOrd="0" presId="urn:microsoft.com/office/officeart/2005/8/layout/vProcess5"/>
    <dgm:cxn modelId="{FAB06836-1D61-4BD5-B0BD-5ACCD86AC962}" type="presOf" srcId="{556530B6-5009-4D3C-86E8-9757A91A3E48}" destId="{DB75BA78-97BC-46CE-A83C-B8012B508F39}" srcOrd="0" destOrd="0" presId="urn:microsoft.com/office/officeart/2005/8/layout/vProcess5"/>
    <dgm:cxn modelId="{EBC56E38-4BC9-4D9F-B7D5-6BEC1272A972}" type="presOf" srcId="{7083F86B-60F5-41F9-A69E-9EFD7786C485}" destId="{AE93EA15-B132-4C93-A0F3-76CA21E541D7}" srcOrd="0" destOrd="0" presId="urn:microsoft.com/office/officeart/2005/8/layout/vProcess5"/>
    <dgm:cxn modelId="{0720A840-08BD-4B40-90C0-DAEDB7C0326D}" type="presOf" srcId="{3CCC724A-B005-4752-87A8-2E9370FED6FE}" destId="{F95F73F6-70BC-4385-896C-3FF8C61E0B17}" srcOrd="0" destOrd="0" presId="urn:microsoft.com/office/officeart/2005/8/layout/vProcess5"/>
    <dgm:cxn modelId="{14CAF849-6929-40AC-A0AD-3B875710E01B}" type="presOf" srcId="{299D2B02-8981-43B6-A522-3B32BA1E885C}" destId="{A2426520-D8EB-48B5-B64E-BEA0014BA8F4}" srcOrd="0" destOrd="0" presId="urn:microsoft.com/office/officeart/2005/8/layout/vProcess5"/>
    <dgm:cxn modelId="{E2970A88-9848-479E-A833-DA8DD3F140B3}" type="presOf" srcId="{6887B713-6250-469C-9DD5-B80BC07F5EA2}" destId="{E887E414-7E46-437A-A11C-9147A64E54AF}" srcOrd="0" destOrd="0" presId="urn:microsoft.com/office/officeart/2005/8/layout/vProcess5"/>
    <dgm:cxn modelId="{A460B49D-3FFA-41C4-8DCC-7118FEC1E701}" type="presOf" srcId="{6887B713-6250-469C-9DD5-B80BC07F5EA2}" destId="{9D38398D-DA2D-408D-9A95-9162528EB10F}" srcOrd="1" destOrd="0" presId="urn:microsoft.com/office/officeart/2005/8/layout/vProcess5"/>
    <dgm:cxn modelId="{C44B79BB-D58C-482B-B8A7-A5F502D33E12}" type="presOf" srcId="{3CCC724A-B005-4752-87A8-2E9370FED6FE}" destId="{9803A5DA-6368-4087-91BB-C09176BAF036}" srcOrd="1" destOrd="0" presId="urn:microsoft.com/office/officeart/2005/8/layout/vProcess5"/>
    <dgm:cxn modelId="{3980F5C3-B02B-4490-BC27-5C4E4B951E1C}" srcId="{7083F86B-60F5-41F9-A69E-9EFD7786C485}" destId="{3CCC724A-B005-4752-87A8-2E9370FED6FE}" srcOrd="3" destOrd="0" parTransId="{3DEBF540-48E3-4F29-B155-894BD53548B2}" sibTransId="{EEF660CD-7DD2-4937-AC89-F98903F226B1}"/>
    <dgm:cxn modelId="{B14568DA-7583-4EB4-AC88-DF85D0397682}" type="presOf" srcId="{3002A424-B026-41F4-B585-5C05A1F1CE9D}" destId="{97A326F8-F6B3-4DF2-AD66-D20664EA1C50}" srcOrd="0" destOrd="0" presId="urn:microsoft.com/office/officeart/2005/8/layout/vProcess5"/>
    <dgm:cxn modelId="{5157ECDA-920B-4032-9BDD-9E015BDDEB51}" srcId="{7083F86B-60F5-41F9-A69E-9EFD7786C485}" destId="{6E3A737C-37BB-489B-94A9-15AEF575365F}" srcOrd="0" destOrd="0" parTransId="{FC54B68E-B0F0-4D25-8C5E-1BCC1DBA7818}" sibTransId="{556530B6-5009-4D3C-86E8-9757A91A3E48}"/>
    <dgm:cxn modelId="{375198E4-FBD9-49A5-9DF0-42B5676236E5}" srcId="{7083F86B-60F5-41F9-A69E-9EFD7786C485}" destId="{3002A424-B026-41F4-B585-5C05A1F1CE9D}" srcOrd="1" destOrd="0" parTransId="{5A6EC2AF-C9AE-4FB6-A402-AA04C365AE31}" sibTransId="{3AFF6413-D9AC-4636-91BA-443C2BF53598}"/>
    <dgm:cxn modelId="{5F7573F9-79EC-4040-BA5E-9404C8440D57}" type="presOf" srcId="{3002A424-B026-41F4-B585-5C05A1F1CE9D}" destId="{CA602FD0-9ADB-4F1E-9DCD-A70AF2DDE473}" srcOrd="1" destOrd="0" presId="urn:microsoft.com/office/officeart/2005/8/layout/vProcess5"/>
    <dgm:cxn modelId="{FF46C2FA-38A6-4BD7-9FD5-FA9034DEF14B}" srcId="{7083F86B-60F5-41F9-A69E-9EFD7786C485}" destId="{6887B713-6250-469C-9DD5-B80BC07F5EA2}" srcOrd="2" destOrd="0" parTransId="{FA0E0084-4DD7-4C01-87F0-27B090F5C959}" sibTransId="{299D2B02-8981-43B6-A522-3B32BA1E885C}"/>
    <dgm:cxn modelId="{7DCC3EFF-9DBB-46A9-9F5F-0DA7F742567C}" type="presOf" srcId="{6E3A737C-37BB-489B-94A9-15AEF575365F}" destId="{2112EA6E-DB08-488D-9058-E3C1679A3970}" srcOrd="1" destOrd="0" presId="urn:microsoft.com/office/officeart/2005/8/layout/vProcess5"/>
    <dgm:cxn modelId="{08358267-8BD3-4AE4-81E0-C5F7A30A925F}" type="presParOf" srcId="{AE93EA15-B132-4C93-A0F3-76CA21E541D7}" destId="{602CFFEE-4F85-48BC-A22D-145CC51AAD8B}" srcOrd="0" destOrd="0" presId="urn:microsoft.com/office/officeart/2005/8/layout/vProcess5"/>
    <dgm:cxn modelId="{642F493E-B694-413D-A70C-16B85770BDDE}" type="presParOf" srcId="{AE93EA15-B132-4C93-A0F3-76CA21E541D7}" destId="{C267349B-AFAB-4F24-B770-2B70ACFB130A}" srcOrd="1" destOrd="0" presId="urn:microsoft.com/office/officeart/2005/8/layout/vProcess5"/>
    <dgm:cxn modelId="{72780745-1A97-4D41-94DE-6B658DEA9457}" type="presParOf" srcId="{AE93EA15-B132-4C93-A0F3-76CA21E541D7}" destId="{97A326F8-F6B3-4DF2-AD66-D20664EA1C50}" srcOrd="2" destOrd="0" presId="urn:microsoft.com/office/officeart/2005/8/layout/vProcess5"/>
    <dgm:cxn modelId="{060A62AD-83FB-40B4-9DE2-7638977BA7BA}" type="presParOf" srcId="{AE93EA15-B132-4C93-A0F3-76CA21E541D7}" destId="{E887E414-7E46-437A-A11C-9147A64E54AF}" srcOrd="3" destOrd="0" presId="urn:microsoft.com/office/officeart/2005/8/layout/vProcess5"/>
    <dgm:cxn modelId="{ABE1C699-35DA-4294-BE89-198FE6E28126}" type="presParOf" srcId="{AE93EA15-B132-4C93-A0F3-76CA21E541D7}" destId="{F95F73F6-70BC-4385-896C-3FF8C61E0B17}" srcOrd="4" destOrd="0" presId="urn:microsoft.com/office/officeart/2005/8/layout/vProcess5"/>
    <dgm:cxn modelId="{7E88EC32-1BFD-4C54-9998-C295D8600C62}" type="presParOf" srcId="{AE93EA15-B132-4C93-A0F3-76CA21E541D7}" destId="{DB75BA78-97BC-46CE-A83C-B8012B508F39}" srcOrd="5" destOrd="0" presId="urn:microsoft.com/office/officeart/2005/8/layout/vProcess5"/>
    <dgm:cxn modelId="{BD3EB2F6-2E67-40BB-9193-695705D05AE5}" type="presParOf" srcId="{AE93EA15-B132-4C93-A0F3-76CA21E541D7}" destId="{8897B906-B513-444B-89A2-F0699D7E83F9}" srcOrd="6" destOrd="0" presId="urn:microsoft.com/office/officeart/2005/8/layout/vProcess5"/>
    <dgm:cxn modelId="{01FDDE00-D82F-4809-BF1B-B193BCE80576}" type="presParOf" srcId="{AE93EA15-B132-4C93-A0F3-76CA21E541D7}" destId="{A2426520-D8EB-48B5-B64E-BEA0014BA8F4}" srcOrd="7" destOrd="0" presId="urn:microsoft.com/office/officeart/2005/8/layout/vProcess5"/>
    <dgm:cxn modelId="{FD92ADE6-0769-46EE-86A8-CE789258FE38}" type="presParOf" srcId="{AE93EA15-B132-4C93-A0F3-76CA21E541D7}" destId="{2112EA6E-DB08-488D-9058-E3C1679A3970}" srcOrd="8" destOrd="0" presId="urn:microsoft.com/office/officeart/2005/8/layout/vProcess5"/>
    <dgm:cxn modelId="{09E2F0CE-DDE5-4C96-AEF4-B75CD2A5F3DF}" type="presParOf" srcId="{AE93EA15-B132-4C93-A0F3-76CA21E541D7}" destId="{CA602FD0-9ADB-4F1E-9DCD-A70AF2DDE473}" srcOrd="9" destOrd="0" presId="urn:microsoft.com/office/officeart/2005/8/layout/vProcess5"/>
    <dgm:cxn modelId="{BC84F197-DF6C-4B5D-97B0-E31232B117D7}" type="presParOf" srcId="{AE93EA15-B132-4C93-A0F3-76CA21E541D7}" destId="{9D38398D-DA2D-408D-9A95-9162528EB10F}" srcOrd="10" destOrd="0" presId="urn:microsoft.com/office/officeart/2005/8/layout/vProcess5"/>
    <dgm:cxn modelId="{943B22B8-4AD4-45D9-AC41-73CE41C1F5A5}" type="presParOf" srcId="{AE93EA15-B132-4C93-A0F3-76CA21E541D7}" destId="{9803A5DA-6368-4087-91BB-C09176BAF03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09C797-E779-46A1-B35D-D182DA947C5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43DD11D-EF30-4FC7-9D17-863DB477B94E}">
      <dgm:prSet/>
      <dgm:spPr/>
      <dgm:t>
        <a:bodyPr/>
        <a:lstStyle/>
        <a:p>
          <a:pPr>
            <a:defRPr cap="all"/>
          </a:pPr>
          <a:r>
            <a:rPr lang="es-ES"/>
            <a:t>• Tiempo de ciclo</a:t>
          </a:r>
          <a:endParaRPr lang="en-US"/>
        </a:p>
      </dgm:t>
    </dgm:pt>
    <dgm:pt modelId="{61EA4B23-23A2-403F-BDE3-94B3543804D5}" type="parTrans" cxnId="{C923B18E-8525-4C2D-924E-1297F3B43821}">
      <dgm:prSet/>
      <dgm:spPr/>
      <dgm:t>
        <a:bodyPr/>
        <a:lstStyle/>
        <a:p>
          <a:endParaRPr lang="en-US"/>
        </a:p>
      </dgm:t>
    </dgm:pt>
    <dgm:pt modelId="{4800878C-A06F-4BB9-B40E-FC5819D93C2A}" type="sibTrans" cxnId="{C923B18E-8525-4C2D-924E-1297F3B43821}">
      <dgm:prSet/>
      <dgm:spPr/>
      <dgm:t>
        <a:bodyPr/>
        <a:lstStyle/>
        <a:p>
          <a:endParaRPr lang="en-US"/>
        </a:p>
      </dgm:t>
    </dgm:pt>
    <dgm:pt modelId="{6D871B73-4E96-46FE-8B4A-1FA82B155CBB}">
      <dgm:prSet/>
      <dgm:spPr/>
      <dgm:t>
        <a:bodyPr/>
        <a:lstStyle/>
        <a:p>
          <a:pPr>
            <a:defRPr cap="all"/>
          </a:pPr>
          <a:r>
            <a:rPr lang="es-ES"/>
            <a:t>• Tiempo de entrega</a:t>
          </a:r>
          <a:endParaRPr lang="en-US"/>
        </a:p>
      </dgm:t>
    </dgm:pt>
    <dgm:pt modelId="{DBBC48AC-5EB1-415D-9F79-6F3BF8E657A4}" type="parTrans" cxnId="{7454E260-D291-4D0A-9223-94D0CE0E4B5E}">
      <dgm:prSet/>
      <dgm:spPr/>
      <dgm:t>
        <a:bodyPr/>
        <a:lstStyle/>
        <a:p>
          <a:endParaRPr lang="en-US"/>
        </a:p>
      </dgm:t>
    </dgm:pt>
    <dgm:pt modelId="{57DDAA38-3AC4-4F33-A3A6-E0CC411B5369}" type="sibTrans" cxnId="{7454E260-D291-4D0A-9223-94D0CE0E4B5E}">
      <dgm:prSet/>
      <dgm:spPr/>
      <dgm:t>
        <a:bodyPr/>
        <a:lstStyle/>
        <a:p>
          <a:endParaRPr lang="en-US"/>
        </a:p>
      </dgm:t>
    </dgm:pt>
    <dgm:pt modelId="{0C3F1AB7-6408-4B3F-AB9E-9024FB06C559}">
      <dgm:prSet/>
      <dgm:spPr/>
      <dgm:t>
        <a:bodyPr/>
        <a:lstStyle/>
        <a:p>
          <a:pPr>
            <a:defRPr cap="all"/>
          </a:pPr>
          <a:r>
            <a:rPr lang="es-ES"/>
            <a:t>• Velocidad (Agile)</a:t>
          </a:r>
          <a:endParaRPr lang="en-US"/>
        </a:p>
      </dgm:t>
    </dgm:pt>
    <dgm:pt modelId="{F0F7FCDA-950E-4F9F-8BDE-0FC57D8CD356}" type="parTrans" cxnId="{BE7FA366-E2F3-4B2C-AA7B-BB29E46F9801}">
      <dgm:prSet/>
      <dgm:spPr/>
      <dgm:t>
        <a:bodyPr/>
        <a:lstStyle/>
        <a:p>
          <a:endParaRPr lang="en-US"/>
        </a:p>
      </dgm:t>
    </dgm:pt>
    <dgm:pt modelId="{C2B71F64-C4E3-464E-831B-8E8D54D3D686}" type="sibTrans" cxnId="{BE7FA366-E2F3-4B2C-AA7B-BB29E46F9801}">
      <dgm:prSet/>
      <dgm:spPr/>
      <dgm:t>
        <a:bodyPr/>
        <a:lstStyle/>
        <a:p>
          <a:endParaRPr lang="en-US"/>
        </a:p>
      </dgm:t>
    </dgm:pt>
    <dgm:pt modelId="{511B215A-8C14-4495-AB4F-33C44E486ABF}">
      <dgm:prSet/>
      <dgm:spPr/>
      <dgm:t>
        <a:bodyPr/>
        <a:lstStyle/>
        <a:p>
          <a:pPr>
            <a:defRPr cap="all"/>
          </a:pPr>
          <a:r>
            <a:rPr lang="es-ES"/>
            <a:t>• Costo por fase</a:t>
          </a:r>
          <a:endParaRPr lang="en-US"/>
        </a:p>
      </dgm:t>
    </dgm:pt>
    <dgm:pt modelId="{5AAF6384-DE81-4DD8-A261-E646E3062132}" type="parTrans" cxnId="{1D8B94A0-23A9-4363-9ED3-4C2BFE97077F}">
      <dgm:prSet/>
      <dgm:spPr/>
      <dgm:t>
        <a:bodyPr/>
        <a:lstStyle/>
        <a:p>
          <a:endParaRPr lang="en-US"/>
        </a:p>
      </dgm:t>
    </dgm:pt>
    <dgm:pt modelId="{ED8214F5-7C68-47A0-8A84-B4F6C3E07822}" type="sibTrans" cxnId="{1D8B94A0-23A9-4363-9ED3-4C2BFE97077F}">
      <dgm:prSet/>
      <dgm:spPr/>
      <dgm:t>
        <a:bodyPr/>
        <a:lstStyle/>
        <a:p>
          <a:endParaRPr lang="en-US"/>
        </a:p>
      </dgm:t>
    </dgm:pt>
    <dgm:pt modelId="{A0731D65-179D-42EB-9F4A-F1477334D77E}">
      <dgm:prSet/>
      <dgm:spPr/>
      <dgm:t>
        <a:bodyPr/>
        <a:lstStyle/>
        <a:p>
          <a:pPr>
            <a:defRPr cap="all"/>
          </a:pPr>
          <a:r>
            <a:rPr lang="es-ES"/>
            <a:t>• Productividad del equipo</a:t>
          </a:r>
          <a:endParaRPr lang="en-US"/>
        </a:p>
      </dgm:t>
    </dgm:pt>
    <dgm:pt modelId="{D893BFA5-5921-426C-A92B-28EBE20109ED}" type="parTrans" cxnId="{B3EAF853-6340-4CDB-B800-6F3F2D1CAAD6}">
      <dgm:prSet/>
      <dgm:spPr/>
      <dgm:t>
        <a:bodyPr/>
        <a:lstStyle/>
        <a:p>
          <a:endParaRPr lang="en-US"/>
        </a:p>
      </dgm:t>
    </dgm:pt>
    <dgm:pt modelId="{DF1DCFCA-6F2C-464D-9225-BB96EEE20A35}" type="sibTrans" cxnId="{B3EAF853-6340-4CDB-B800-6F3F2D1CAAD6}">
      <dgm:prSet/>
      <dgm:spPr/>
      <dgm:t>
        <a:bodyPr/>
        <a:lstStyle/>
        <a:p>
          <a:endParaRPr lang="en-US"/>
        </a:p>
      </dgm:t>
    </dgm:pt>
    <dgm:pt modelId="{7F2DF32C-245B-4842-9494-802552DA440C}" type="pres">
      <dgm:prSet presAssocID="{DD09C797-E779-46A1-B35D-D182DA947C56}" presName="root" presStyleCnt="0">
        <dgm:presLayoutVars>
          <dgm:dir/>
          <dgm:resizeHandles val="exact"/>
        </dgm:presLayoutVars>
      </dgm:prSet>
      <dgm:spPr/>
    </dgm:pt>
    <dgm:pt modelId="{B660BBFF-B402-42FF-AE90-3A127A4C6445}" type="pres">
      <dgm:prSet presAssocID="{843DD11D-EF30-4FC7-9D17-863DB477B94E}" presName="compNode" presStyleCnt="0"/>
      <dgm:spPr/>
    </dgm:pt>
    <dgm:pt modelId="{BB3AE024-0762-45E8-93EA-42BDEA928053}" type="pres">
      <dgm:prSet presAssocID="{843DD11D-EF30-4FC7-9D17-863DB477B94E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59831BC-C860-4455-9272-EA01A3635960}" type="pres">
      <dgm:prSet presAssocID="{843DD11D-EF30-4FC7-9D17-863DB477B94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E0FE0B21-C98A-4FE2-AE3E-D804F83F691B}" type="pres">
      <dgm:prSet presAssocID="{843DD11D-EF30-4FC7-9D17-863DB477B94E}" presName="spaceRect" presStyleCnt="0"/>
      <dgm:spPr/>
    </dgm:pt>
    <dgm:pt modelId="{229E45C1-01C4-4D1B-9C35-671E3BE03733}" type="pres">
      <dgm:prSet presAssocID="{843DD11D-EF30-4FC7-9D17-863DB477B94E}" presName="textRect" presStyleLbl="revTx" presStyleIdx="0" presStyleCnt="5">
        <dgm:presLayoutVars>
          <dgm:chMax val="1"/>
          <dgm:chPref val="1"/>
        </dgm:presLayoutVars>
      </dgm:prSet>
      <dgm:spPr/>
    </dgm:pt>
    <dgm:pt modelId="{4F50B4BB-59A7-427D-818B-E44F065D9DA6}" type="pres">
      <dgm:prSet presAssocID="{4800878C-A06F-4BB9-B40E-FC5819D93C2A}" presName="sibTrans" presStyleCnt="0"/>
      <dgm:spPr/>
    </dgm:pt>
    <dgm:pt modelId="{F8C00CEC-75E7-4507-8C9A-C4CC2EB04FF7}" type="pres">
      <dgm:prSet presAssocID="{6D871B73-4E96-46FE-8B4A-1FA82B155CBB}" presName="compNode" presStyleCnt="0"/>
      <dgm:spPr/>
    </dgm:pt>
    <dgm:pt modelId="{31AFE61C-8443-45FE-9E98-4790CEC2A918}" type="pres">
      <dgm:prSet presAssocID="{6D871B73-4E96-46FE-8B4A-1FA82B155CBB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B106E8C-F255-4C3A-BAFA-67D717B3DC35}" type="pres">
      <dgm:prSet presAssocID="{6D871B73-4E96-46FE-8B4A-1FA82B155CB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lámpagos"/>
        </a:ext>
      </dgm:extLst>
    </dgm:pt>
    <dgm:pt modelId="{939BDEFD-5643-4371-9DE0-6C3AC18AA907}" type="pres">
      <dgm:prSet presAssocID="{6D871B73-4E96-46FE-8B4A-1FA82B155CBB}" presName="spaceRect" presStyleCnt="0"/>
      <dgm:spPr/>
    </dgm:pt>
    <dgm:pt modelId="{14F43BDD-03A5-4017-89E4-FF194F8047B4}" type="pres">
      <dgm:prSet presAssocID="{6D871B73-4E96-46FE-8B4A-1FA82B155CBB}" presName="textRect" presStyleLbl="revTx" presStyleIdx="1" presStyleCnt="5">
        <dgm:presLayoutVars>
          <dgm:chMax val="1"/>
          <dgm:chPref val="1"/>
        </dgm:presLayoutVars>
      </dgm:prSet>
      <dgm:spPr/>
    </dgm:pt>
    <dgm:pt modelId="{5E635842-FBAA-4B9F-9E7E-3E4AEB8AD978}" type="pres">
      <dgm:prSet presAssocID="{57DDAA38-3AC4-4F33-A3A6-E0CC411B5369}" presName="sibTrans" presStyleCnt="0"/>
      <dgm:spPr/>
    </dgm:pt>
    <dgm:pt modelId="{5C492731-CBE8-4D10-AB1B-A5308AB74BE3}" type="pres">
      <dgm:prSet presAssocID="{0C3F1AB7-6408-4B3F-AB9E-9024FB06C559}" presName="compNode" presStyleCnt="0"/>
      <dgm:spPr/>
    </dgm:pt>
    <dgm:pt modelId="{CC9F5E41-A540-4EDA-AC6E-AA9B51ACA92D}" type="pres">
      <dgm:prSet presAssocID="{0C3F1AB7-6408-4B3F-AB9E-9024FB06C559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AF9EFBE-8965-4C97-B67D-95D0EF9408A8}" type="pres">
      <dgm:prSet presAssocID="{0C3F1AB7-6408-4B3F-AB9E-9024FB06C55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ómetro"/>
        </a:ext>
      </dgm:extLst>
    </dgm:pt>
    <dgm:pt modelId="{186E320E-ACE7-4976-810D-2DC723BC50CE}" type="pres">
      <dgm:prSet presAssocID="{0C3F1AB7-6408-4B3F-AB9E-9024FB06C559}" presName="spaceRect" presStyleCnt="0"/>
      <dgm:spPr/>
    </dgm:pt>
    <dgm:pt modelId="{328FCFE1-7F0D-49D7-8BE5-C508D46B43A0}" type="pres">
      <dgm:prSet presAssocID="{0C3F1AB7-6408-4B3F-AB9E-9024FB06C559}" presName="textRect" presStyleLbl="revTx" presStyleIdx="2" presStyleCnt="5">
        <dgm:presLayoutVars>
          <dgm:chMax val="1"/>
          <dgm:chPref val="1"/>
        </dgm:presLayoutVars>
      </dgm:prSet>
      <dgm:spPr/>
    </dgm:pt>
    <dgm:pt modelId="{AB44EADB-8D43-4318-A6DA-39EAE0FDFF17}" type="pres">
      <dgm:prSet presAssocID="{C2B71F64-C4E3-464E-831B-8E8D54D3D686}" presName="sibTrans" presStyleCnt="0"/>
      <dgm:spPr/>
    </dgm:pt>
    <dgm:pt modelId="{852E1F69-A2EC-48E4-82C5-424B00BAA032}" type="pres">
      <dgm:prSet presAssocID="{511B215A-8C14-4495-AB4F-33C44E486ABF}" presName="compNode" presStyleCnt="0"/>
      <dgm:spPr/>
    </dgm:pt>
    <dgm:pt modelId="{7E5C30A2-FED2-4185-ABD9-C02081295ADD}" type="pres">
      <dgm:prSet presAssocID="{511B215A-8C14-4495-AB4F-33C44E486ABF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8CF0CF7-BAD6-4EEA-9D69-54381224AA35}" type="pres">
      <dgm:prSet presAssocID="{511B215A-8C14-4495-AB4F-33C44E486AB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A264F317-B8A8-4B3C-A9B4-195F6C35651D}" type="pres">
      <dgm:prSet presAssocID="{511B215A-8C14-4495-AB4F-33C44E486ABF}" presName="spaceRect" presStyleCnt="0"/>
      <dgm:spPr/>
    </dgm:pt>
    <dgm:pt modelId="{D861B1D2-5D04-4410-A779-F22B700B2440}" type="pres">
      <dgm:prSet presAssocID="{511B215A-8C14-4495-AB4F-33C44E486ABF}" presName="textRect" presStyleLbl="revTx" presStyleIdx="3" presStyleCnt="5">
        <dgm:presLayoutVars>
          <dgm:chMax val="1"/>
          <dgm:chPref val="1"/>
        </dgm:presLayoutVars>
      </dgm:prSet>
      <dgm:spPr/>
    </dgm:pt>
    <dgm:pt modelId="{F3001E55-FF92-4379-8331-13230E1622B8}" type="pres">
      <dgm:prSet presAssocID="{ED8214F5-7C68-47A0-8A84-B4F6C3E07822}" presName="sibTrans" presStyleCnt="0"/>
      <dgm:spPr/>
    </dgm:pt>
    <dgm:pt modelId="{49875AA4-2EA2-4678-84B8-610B940335C4}" type="pres">
      <dgm:prSet presAssocID="{A0731D65-179D-42EB-9F4A-F1477334D77E}" presName="compNode" presStyleCnt="0"/>
      <dgm:spPr/>
    </dgm:pt>
    <dgm:pt modelId="{F3D3189E-89BC-4F0D-B7C0-985FDAAAF34D}" type="pres">
      <dgm:prSet presAssocID="{A0731D65-179D-42EB-9F4A-F1477334D77E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A49D843-A2F3-4F49-8C2C-27DA85F36F72}" type="pres">
      <dgm:prSet presAssocID="{A0731D65-179D-42EB-9F4A-F1477334D77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o de hombres"/>
        </a:ext>
      </dgm:extLst>
    </dgm:pt>
    <dgm:pt modelId="{DC1D212E-C21F-4E9A-BA16-CFCCEBAB714C}" type="pres">
      <dgm:prSet presAssocID="{A0731D65-179D-42EB-9F4A-F1477334D77E}" presName="spaceRect" presStyleCnt="0"/>
      <dgm:spPr/>
    </dgm:pt>
    <dgm:pt modelId="{666E897A-31F8-4E9C-87CC-4DD9EC98F3A2}" type="pres">
      <dgm:prSet presAssocID="{A0731D65-179D-42EB-9F4A-F1477334D77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454E260-D291-4D0A-9223-94D0CE0E4B5E}" srcId="{DD09C797-E779-46A1-B35D-D182DA947C56}" destId="{6D871B73-4E96-46FE-8B4A-1FA82B155CBB}" srcOrd="1" destOrd="0" parTransId="{DBBC48AC-5EB1-415D-9F79-6F3BF8E657A4}" sibTransId="{57DDAA38-3AC4-4F33-A3A6-E0CC411B5369}"/>
    <dgm:cxn modelId="{BE7FA366-E2F3-4B2C-AA7B-BB29E46F9801}" srcId="{DD09C797-E779-46A1-B35D-D182DA947C56}" destId="{0C3F1AB7-6408-4B3F-AB9E-9024FB06C559}" srcOrd="2" destOrd="0" parTransId="{F0F7FCDA-950E-4F9F-8BDE-0FC57D8CD356}" sibTransId="{C2B71F64-C4E3-464E-831B-8E8D54D3D686}"/>
    <dgm:cxn modelId="{9960186E-8382-42E4-BD74-AA88DBD828AD}" type="presOf" srcId="{DD09C797-E779-46A1-B35D-D182DA947C56}" destId="{7F2DF32C-245B-4842-9494-802552DA440C}" srcOrd="0" destOrd="0" presId="urn:microsoft.com/office/officeart/2018/5/layout/IconLeafLabelList"/>
    <dgm:cxn modelId="{DFEEF370-3EE0-40FD-BBE3-463C121E0E8D}" type="presOf" srcId="{0C3F1AB7-6408-4B3F-AB9E-9024FB06C559}" destId="{328FCFE1-7F0D-49D7-8BE5-C508D46B43A0}" srcOrd="0" destOrd="0" presId="urn:microsoft.com/office/officeart/2018/5/layout/IconLeafLabelList"/>
    <dgm:cxn modelId="{9CDB7271-B1EF-486E-8962-C588DDD49624}" type="presOf" srcId="{A0731D65-179D-42EB-9F4A-F1477334D77E}" destId="{666E897A-31F8-4E9C-87CC-4DD9EC98F3A2}" srcOrd="0" destOrd="0" presId="urn:microsoft.com/office/officeart/2018/5/layout/IconLeafLabelList"/>
    <dgm:cxn modelId="{B3EAF853-6340-4CDB-B800-6F3F2D1CAAD6}" srcId="{DD09C797-E779-46A1-B35D-D182DA947C56}" destId="{A0731D65-179D-42EB-9F4A-F1477334D77E}" srcOrd="4" destOrd="0" parTransId="{D893BFA5-5921-426C-A92B-28EBE20109ED}" sibTransId="{DF1DCFCA-6F2C-464D-9225-BB96EEE20A35}"/>
    <dgm:cxn modelId="{C923B18E-8525-4C2D-924E-1297F3B43821}" srcId="{DD09C797-E779-46A1-B35D-D182DA947C56}" destId="{843DD11D-EF30-4FC7-9D17-863DB477B94E}" srcOrd="0" destOrd="0" parTransId="{61EA4B23-23A2-403F-BDE3-94B3543804D5}" sibTransId="{4800878C-A06F-4BB9-B40E-FC5819D93C2A}"/>
    <dgm:cxn modelId="{1D8B94A0-23A9-4363-9ED3-4C2BFE97077F}" srcId="{DD09C797-E779-46A1-B35D-D182DA947C56}" destId="{511B215A-8C14-4495-AB4F-33C44E486ABF}" srcOrd="3" destOrd="0" parTransId="{5AAF6384-DE81-4DD8-A261-E646E3062132}" sibTransId="{ED8214F5-7C68-47A0-8A84-B4F6C3E07822}"/>
    <dgm:cxn modelId="{1823EFDD-5925-4F9D-A278-2E8BBC05659C}" type="presOf" srcId="{843DD11D-EF30-4FC7-9D17-863DB477B94E}" destId="{229E45C1-01C4-4D1B-9C35-671E3BE03733}" srcOrd="0" destOrd="0" presId="urn:microsoft.com/office/officeart/2018/5/layout/IconLeafLabelList"/>
    <dgm:cxn modelId="{B63902DE-0C32-4F7F-83C8-34B1349C391D}" type="presOf" srcId="{6D871B73-4E96-46FE-8B4A-1FA82B155CBB}" destId="{14F43BDD-03A5-4017-89E4-FF194F8047B4}" srcOrd="0" destOrd="0" presId="urn:microsoft.com/office/officeart/2018/5/layout/IconLeafLabelList"/>
    <dgm:cxn modelId="{8E2984F4-6A92-4BE2-BE26-064F750A1685}" type="presOf" srcId="{511B215A-8C14-4495-AB4F-33C44E486ABF}" destId="{D861B1D2-5D04-4410-A779-F22B700B2440}" srcOrd="0" destOrd="0" presId="urn:microsoft.com/office/officeart/2018/5/layout/IconLeafLabelList"/>
    <dgm:cxn modelId="{09DC6C23-500E-4C86-A46A-60A19FD3F22A}" type="presParOf" srcId="{7F2DF32C-245B-4842-9494-802552DA440C}" destId="{B660BBFF-B402-42FF-AE90-3A127A4C6445}" srcOrd="0" destOrd="0" presId="urn:microsoft.com/office/officeart/2018/5/layout/IconLeafLabelList"/>
    <dgm:cxn modelId="{4315A10C-4498-4EF0-803D-5E65D529BCE4}" type="presParOf" srcId="{B660BBFF-B402-42FF-AE90-3A127A4C6445}" destId="{BB3AE024-0762-45E8-93EA-42BDEA928053}" srcOrd="0" destOrd="0" presId="urn:microsoft.com/office/officeart/2018/5/layout/IconLeafLabelList"/>
    <dgm:cxn modelId="{BF995C08-7A15-44C9-B095-A8E28BD14363}" type="presParOf" srcId="{B660BBFF-B402-42FF-AE90-3A127A4C6445}" destId="{059831BC-C860-4455-9272-EA01A3635960}" srcOrd="1" destOrd="0" presId="urn:microsoft.com/office/officeart/2018/5/layout/IconLeafLabelList"/>
    <dgm:cxn modelId="{16D981DB-F397-4D3A-B6FB-153E07C2BB67}" type="presParOf" srcId="{B660BBFF-B402-42FF-AE90-3A127A4C6445}" destId="{E0FE0B21-C98A-4FE2-AE3E-D804F83F691B}" srcOrd="2" destOrd="0" presId="urn:microsoft.com/office/officeart/2018/5/layout/IconLeafLabelList"/>
    <dgm:cxn modelId="{8D9413C1-C664-42A6-B41B-AB04D153206C}" type="presParOf" srcId="{B660BBFF-B402-42FF-AE90-3A127A4C6445}" destId="{229E45C1-01C4-4D1B-9C35-671E3BE03733}" srcOrd="3" destOrd="0" presId="urn:microsoft.com/office/officeart/2018/5/layout/IconLeafLabelList"/>
    <dgm:cxn modelId="{1A1A0496-3941-4C3A-9062-F3159EDA322E}" type="presParOf" srcId="{7F2DF32C-245B-4842-9494-802552DA440C}" destId="{4F50B4BB-59A7-427D-818B-E44F065D9DA6}" srcOrd="1" destOrd="0" presId="urn:microsoft.com/office/officeart/2018/5/layout/IconLeafLabelList"/>
    <dgm:cxn modelId="{5D58D325-3D4E-43A0-A029-668421B546FE}" type="presParOf" srcId="{7F2DF32C-245B-4842-9494-802552DA440C}" destId="{F8C00CEC-75E7-4507-8C9A-C4CC2EB04FF7}" srcOrd="2" destOrd="0" presId="urn:microsoft.com/office/officeart/2018/5/layout/IconLeafLabelList"/>
    <dgm:cxn modelId="{1672D71C-EF7C-4A9C-88C8-1A7DE73C3482}" type="presParOf" srcId="{F8C00CEC-75E7-4507-8C9A-C4CC2EB04FF7}" destId="{31AFE61C-8443-45FE-9E98-4790CEC2A918}" srcOrd="0" destOrd="0" presId="urn:microsoft.com/office/officeart/2018/5/layout/IconLeafLabelList"/>
    <dgm:cxn modelId="{93BE17C4-BEB8-4345-895C-ECDCF760934E}" type="presParOf" srcId="{F8C00CEC-75E7-4507-8C9A-C4CC2EB04FF7}" destId="{7B106E8C-F255-4C3A-BAFA-67D717B3DC35}" srcOrd="1" destOrd="0" presId="urn:microsoft.com/office/officeart/2018/5/layout/IconLeafLabelList"/>
    <dgm:cxn modelId="{47157D5B-94E2-4C54-AA3E-B1245E4051B0}" type="presParOf" srcId="{F8C00CEC-75E7-4507-8C9A-C4CC2EB04FF7}" destId="{939BDEFD-5643-4371-9DE0-6C3AC18AA907}" srcOrd="2" destOrd="0" presId="urn:microsoft.com/office/officeart/2018/5/layout/IconLeafLabelList"/>
    <dgm:cxn modelId="{2D0D7A79-39D2-49B6-B961-1BAABCBB5768}" type="presParOf" srcId="{F8C00CEC-75E7-4507-8C9A-C4CC2EB04FF7}" destId="{14F43BDD-03A5-4017-89E4-FF194F8047B4}" srcOrd="3" destOrd="0" presId="urn:microsoft.com/office/officeart/2018/5/layout/IconLeafLabelList"/>
    <dgm:cxn modelId="{D7EEDD3E-DCCA-41A8-825D-6E566ACFAE43}" type="presParOf" srcId="{7F2DF32C-245B-4842-9494-802552DA440C}" destId="{5E635842-FBAA-4B9F-9E7E-3E4AEB8AD978}" srcOrd="3" destOrd="0" presId="urn:microsoft.com/office/officeart/2018/5/layout/IconLeafLabelList"/>
    <dgm:cxn modelId="{DE2FC8C4-6AF8-42E4-B13E-FCBD62F0D277}" type="presParOf" srcId="{7F2DF32C-245B-4842-9494-802552DA440C}" destId="{5C492731-CBE8-4D10-AB1B-A5308AB74BE3}" srcOrd="4" destOrd="0" presId="urn:microsoft.com/office/officeart/2018/5/layout/IconLeafLabelList"/>
    <dgm:cxn modelId="{D00BFDDB-1F1B-4957-A49F-C3D74EA3EEE3}" type="presParOf" srcId="{5C492731-CBE8-4D10-AB1B-A5308AB74BE3}" destId="{CC9F5E41-A540-4EDA-AC6E-AA9B51ACA92D}" srcOrd="0" destOrd="0" presId="urn:microsoft.com/office/officeart/2018/5/layout/IconLeafLabelList"/>
    <dgm:cxn modelId="{82C4683F-2DCB-4B81-9200-041D2D0CF2B9}" type="presParOf" srcId="{5C492731-CBE8-4D10-AB1B-A5308AB74BE3}" destId="{4AF9EFBE-8965-4C97-B67D-95D0EF9408A8}" srcOrd="1" destOrd="0" presId="urn:microsoft.com/office/officeart/2018/5/layout/IconLeafLabelList"/>
    <dgm:cxn modelId="{E62F2585-7AC0-4D7C-9146-791A1EE53887}" type="presParOf" srcId="{5C492731-CBE8-4D10-AB1B-A5308AB74BE3}" destId="{186E320E-ACE7-4976-810D-2DC723BC50CE}" srcOrd="2" destOrd="0" presId="urn:microsoft.com/office/officeart/2018/5/layout/IconLeafLabelList"/>
    <dgm:cxn modelId="{B5D61826-24CA-4F40-9C38-6C8AAE65AFDE}" type="presParOf" srcId="{5C492731-CBE8-4D10-AB1B-A5308AB74BE3}" destId="{328FCFE1-7F0D-49D7-8BE5-C508D46B43A0}" srcOrd="3" destOrd="0" presId="urn:microsoft.com/office/officeart/2018/5/layout/IconLeafLabelList"/>
    <dgm:cxn modelId="{819D7317-6774-4E40-B046-3338D32BF9F4}" type="presParOf" srcId="{7F2DF32C-245B-4842-9494-802552DA440C}" destId="{AB44EADB-8D43-4318-A6DA-39EAE0FDFF17}" srcOrd="5" destOrd="0" presId="urn:microsoft.com/office/officeart/2018/5/layout/IconLeafLabelList"/>
    <dgm:cxn modelId="{42154E76-5841-41D8-9E91-073D3AECA242}" type="presParOf" srcId="{7F2DF32C-245B-4842-9494-802552DA440C}" destId="{852E1F69-A2EC-48E4-82C5-424B00BAA032}" srcOrd="6" destOrd="0" presId="urn:microsoft.com/office/officeart/2018/5/layout/IconLeafLabelList"/>
    <dgm:cxn modelId="{60DFCA3E-CE48-4044-9292-FDA43652E20A}" type="presParOf" srcId="{852E1F69-A2EC-48E4-82C5-424B00BAA032}" destId="{7E5C30A2-FED2-4185-ABD9-C02081295ADD}" srcOrd="0" destOrd="0" presId="urn:microsoft.com/office/officeart/2018/5/layout/IconLeafLabelList"/>
    <dgm:cxn modelId="{8FC05CE7-FEB9-44D7-B74C-DDFC79533BD2}" type="presParOf" srcId="{852E1F69-A2EC-48E4-82C5-424B00BAA032}" destId="{78CF0CF7-BAD6-4EEA-9D69-54381224AA35}" srcOrd="1" destOrd="0" presId="urn:microsoft.com/office/officeart/2018/5/layout/IconLeafLabelList"/>
    <dgm:cxn modelId="{8333309E-34D6-42FF-8C93-602FA13DD16A}" type="presParOf" srcId="{852E1F69-A2EC-48E4-82C5-424B00BAA032}" destId="{A264F317-B8A8-4B3C-A9B4-195F6C35651D}" srcOrd="2" destOrd="0" presId="urn:microsoft.com/office/officeart/2018/5/layout/IconLeafLabelList"/>
    <dgm:cxn modelId="{A67ACB60-856A-45F6-A46A-30EBEC17EA4A}" type="presParOf" srcId="{852E1F69-A2EC-48E4-82C5-424B00BAA032}" destId="{D861B1D2-5D04-4410-A779-F22B700B2440}" srcOrd="3" destOrd="0" presId="urn:microsoft.com/office/officeart/2018/5/layout/IconLeafLabelList"/>
    <dgm:cxn modelId="{6CEB0988-BBFF-4974-8AF5-97AAA758FAA9}" type="presParOf" srcId="{7F2DF32C-245B-4842-9494-802552DA440C}" destId="{F3001E55-FF92-4379-8331-13230E1622B8}" srcOrd="7" destOrd="0" presId="urn:microsoft.com/office/officeart/2018/5/layout/IconLeafLabelList"/>
    <dgm:cxn modelId="{D97D53CB-ABA3-4E13-B31E-CFFADE5CCA7B}" type="presParOf" srcId="{7F2DF32C-245B-4842-9494-802552DA440C}" destId="{49875AA4-2EA2-4678-84B8-610B940335C4}" srcOrd="8" destOrd="0" presId="urn:microsoft.com/office/officeart/2018/5/layout/IconLeafLabelList"/>
    <dgm:cxn modelId="{4473E72D-9724-4AEA-9210-32C8F2604726}" type="presParOf" srcId="{49875AA4-2EA2-4678-84B8-610B940335C4}" destId="{F3D3189E-89BC-4F0D-B7C0-985FDAAAF34D}" srcOrd="0" destOrd="0" presId="urn:microsoft.com/office/officeart/2018/5/layout/IconLeafLabelList"/>
    <dgm:cxn modelId="{5C78D4A9-58F4-44B1-BDD0-BD64CCC9668E}" type="presParOf" srcId="{49875AA4-2EA2-4678-84B8-610B940335C4}" destId="{4A49D843-A2F3-4F49-8C2C-27DA85F36F72}" srcOrd="1" destOrd="0" presId="urn:microsoft.com/office/officeart/2018/5/layout/IconLeafLabelList"/>
    <dgm:cxn modelId="{7E018EFB-6891-45C6-B67B-0A83A21C7428}" type="presParOf" srcId="{49875AA4-2EA2-4678-84B8-610B940335C4}" destId="{DC1D212E-C21F-4E9A-BA16-CFCCEBAB714C}" srcOrd="2" destOrd="0" presId="urn:microsoft.com/office/officeart/2018/5/layout/IconLeafLabelList"/>
    <dgm:cxn modelId="{5469B9AE-1EBE-4DD0-9993-E7F631AECEA4}" type="presParOf" srcId="{49875AA4-2EA2-4678-84B8-610B940335C4}" destId="{666E897A-31F8-4E9C-87CC-4DD9EC98F3A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F65A5B-C05B-44AE-ADBA-14DFCECE7DA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6292FBA-2859-4EF0-9649-D53A6D84E873}">
      <dgm:prSet/>
      <dgm:spPr/>
      <dgm:t>
        <a:bodyPr/>
        <a:lstStyle/>
        <a:p>
          <a:pPr>
            <a:defRPr cap="all"/>
          </a:pPr>
          <a:r>
            <a:rPr lang="es-ES"/>
            <a:t>• Tiempo estimado vs. tiempo real</a:t>
          </a:r>
          <a:endParaRPr lang="en-US"/>
        </a:p>
      </dgm:t>
    </dgm:pt>
    <dgm:pt modelId="{3DAB7494-0BE6-4177-9580-96F470E9421C}" type="parTrans" cxnId="{7037E4A4-1AEE-4F03-BC95-D27C4CE3CAA0}">
      <dgm:prSet/>
      <dgm:spPr/>
      <dgm:t>
        <a:bodyPr/>
        <a:lstStyle/>
        <a:p>
          <a:endParaRPr lang="en-US"/>
        </a:p>
      </dgm:t>
    </dgm:pt>
    <dgm:pt modelId="{F19A017A-2777-4176-84E1-29D646C858B5}" type="sibTrans" cxnId="{7037E4A4-1AEE-4F03-BC95-D27C4CE3CAA0}">
      <dgm:prSet/>
      <dgm:spPr/>
      <dgm:t>
        <a:bodyPr/>
        <a:lstStyle/>
        <a:p>
          <a:endParaRPr lang="en-US"/>
        </a:p>
      </dgm:t>
    </dgm:pt>
    <dgm:pt modelId="{4AFB1216-3069-43F4-B9E3-966949EC62C0}">
      <dgm:prSet/>
      <dgm:spPr/>
      <dgm:t>
        <a:bodyPr/>
        <a:lstStyle/>
        <a:p>
          <a:pPr>
            <a:defRPr cap="all"/>
          </a:pPr>
          <a:r>
            <a:rPr lang="es-ES"/>
            <a:t>• Presupuesto estimado vs. gasto real</a:t>
          </a:r>
          <a:endParaRPr lang="en-US"/>
        </a:p>
      </dgm:t>
    </dgm:pt>
    <dgm:pt modelId="{43E17180-5CA4-4E7B-9BB7-B51649ACC89E}" type="parTrans" cxnId="{9D0C6D4A-9AC1-49A9-AB8E-4DE4E6D34356}">
      <dgm:prSet/>
      <dgm:spPr/>
      <dgm:t>
        <a:bodyPr/>
        <a:lstStyle/>
        <a:p>
          <a:endParaRPr lang="en-US"/>
        </a:p>
      </dgm:t>
    </dgm:pt>
    <dgm:pt modelId="{BC145675-1B2B-4BEF-986F-45E0CFE54BD5}" type="sibTrans" cxnId="{9D0C6D4A-9AC1-49A9-AB8E-4DE4E6D34356}">
      <dgm:prSet/>
      <dgm:spPr/>
      <dgm:t>
        <a:bodyPr/>
        <a:lstStyle/>
        <a:p>
          <a:endParaRPr lang="en-US"/>
        </a:p>
      </dgm:t>
    </dgm:pt>
    <dgm:pt modelId="{352BF378-546D-47B4-8A1F-709327C0C26A}">
      <dgm:prSet/>
      <dgm:spPr/>
      <dgm:t>
        <a:bodyPr/>
        <a:lstStyle/>
        <a:p>
          <a:pPr>
            <a:defRPr cap="all"/>
          </a:pPr>
          <a:r>
            <a:rPr lang="es-ES"/>
            <a:t>• Tasa de cumplimiento de hitos</a:t>
          </a:r>
          <a:endParaRPr lang="en-US"/>
        </a:p>
      </dgm:t>
    </dgm:pt>
    <dgm:pt modelId="{6CE47F9D-E6CD-44B8-8CC5-E5A6228A675F}" type="parTrans" cxnId="{45A70069-6DDB-4221-BD7F-968FAA4A5F59}">
      <dgm:prSet/>
      <dgm:spPr/>
      <dgm:t>
        <a:bodyPr/>
        <a:lstStyle/>
        <a:p>
          <a:endParaRPr lang="en-US"/>
        </a:p>
      </dgm:t>
    </dgm:pt>
    <dgm:pt modelId="{B25E12A6-B6EC-4979-B660-500E4766F32E}" type="sibTrans" cxnId="{45A70069-6DDB-4221-BD7F-968FAA4A5F59}">
      <dgm:prSet/>
      <dgm:spPr/>
      <dgm:t>
        <a:bodyPr/>
        <a:lstStyle/>
        <a:p>
          <a:endParaRPr lang="en-US"/>
        </a:p>
      </dgm:t>
    </dgm:pt>
    <dgm:pt modelId="{64156A89-3B25-40A8-BD9D-BD7E12092C8B}">
      <dgm:prSet/>
      <dgm:spPr/>
      <dgm:t>
        <a:bodyPr/>
        <a:lstStyle/>
        <a:p>
          <a:pPr>
            <a:defRPr cap="all"/>
          </a:pPr>
          <a:r>
            <a:rPr lang="es-ES"/>
            <a:t>• Índice de desempeño del cronograma (SPI)</a:t>
          </a:r>
          <a:endParaRPr lang="en-US"/>
        </a:p>
      </dgm:t>
    </dgm:pt>
    <dgm:pt modelId="{6BE1E363-D1A6-4742-8CA5-07FAD3A6B588}" type="parTrans" cxnId="{7D40ED65-165F-46BD-A4AA-F283636C4C44}">
      <dgm:prSet/>
      <dgm:spPr/>
      <dgm:t>
        <a:bodyPr/>
        <a:lstStyle/>
        <a:p>
          <a:endParaRPr lang="en-US"/>
        </a:p>
      </dgm:t>
    </dgm:pt>
    <dgm:pt modelId="{DA34D903-2887-4D87-BABA-73D18195F6D7}" type="sibTrans" cxnId="{7D40ED65-165F-46BD-A4AA-F283636C4C44}">
      <dgm:prSet/>
      <dgm:spPr/>
      <dgm:t>
        <a:bodyPr/>
        <a:lstStyle/>
        <a:p>
          <a:endParaRPr lang="en-US"/>
        </a:p>
      </dgm:t>
    </dgm:pt>
    <dgm:pt modelId="{3D7D315F-D4ED-4EA9-B990-CFA5D16E00E4}">
      <dgm:prSet/>
      <dgm:spPr/>
      <dgm:t>
        <a:bodyPr/>
        <a:lstStyle/>
        <a:p>
          <a:pPr>
            <a:defRPr cap="all"/>
          </a:pPr>
          <a:r>
            <a:rPr lang="es-ES"/>
            <a:t>• Índice de desempeño del costo (CPI)</a:t>
          </a:r>
          <a:endParaRPr lang="en-US"/>
        </a:p>
      </dgm:t>
    </dgm:pt>
    <dgm:pt modelId="{0349861C-8CE2-4558-9F19-1C9DC35D4373}" type="parTrans" cxnId="{C89682CF-2DB9-42C7-BC7F-4475530EA9DB}">
      <dgm:prSet/>
      <dgm:spPr/>
      <dgm:t>
        <a:bodyPr/>
        <a:lstStyle/>
        <a:p>
          <a:endParaRPr lang="en-US"/>
        </a:p>
      </dgm:t>
    </dgm:pt>
    <dgm:pt modelId="{4490D25D-468C-456D-8075-664C95F6CD76}" type="sibTrans" cxnId="{C89682CF-2DB9-42C7-BC7F-4475530EA9DB}">
      <dgm:prSet/>
      <dgm:spPr/>
      <dgm:t>
        <a:bodyPr/>
        <a:lstStyle/>
        <a:p>
          <a:endParaRPr lang="en-US"/>
        </a:p>
      </dgm:t>
    </dgm:pt>
    <dgm:pt modelId="{730AD602-C297-4D7D-895C-019490FD8002}" type="pres">
      <dgm:prSet presAssocID="{1AF65A5B-C05B-44AE-ADBA-14DFCECE7DAF}" presName="root" presStyleCnt="0">
        <dgm:presLayoutVars>
          <dgm:dir/>
          <dgm:resizeHandles val="exact"/>
        </dgm:presLayoutVars>
      </dgm:prSet>
      <dgm:spPr/>
    </dgm:pt>
    <dgm:pt modelId="{2B7D82B9-7BC1-4FEB-A403-14A578E70151}" type="pres">
      <dgm:prSet presAssocID="{E6292FBA-2859-4EF0-9649-D53A6D84E873}" presName="compNode" presStyleCnt="0"/>
      <dgm:spPr/>
    </dgm:pt>
    <dgm:pt modelId="{04936F52-0A07-4C14-9602-7CC76DDAB6D7}" type="pres">
      <dgm:prSet presAssocID="{E6292FBA-2859-4EF0-9649-D53A6D84E873}" presName="iconBgRect" presStyleLbl="bgShp" presStyleIdx="0" presStyleCnt="5"/>
      <dgm:spPr/>
    </dgm:pt>
    <dgm:pt modelId="{A2D67C0A-4852-4172-A459-096EF66736F9}" type="pres">
      <dgm:prSet presAssocID="{E6292FBA-2859-4EF0-9649-D53A6D84E87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lámpagos"/>
        </a:ext>
      </dgm:extLst>
    </dgm:pt>
    <dgm:pt modelId="{912513A2-31C9-4A2D-A17A-D1CFE2281DE9}" type="pres">
      <dgm:prSet presAssocID="{E6292FBA-2859-4EF0-9649-D53A6D84E873}" presName="spaceRect" presStyleCnt="0"/>
      <dgm:spPr/>
    </dgm:pt>
    <dgm:pt modelId="{9A33E4E2-3742-42EF-A695-52B4EF76F860}" type="pres">
      <dgm:prSet presAssocID="{E6292FBA-2859-4EF0-9649-D53A6D84E873}" presName="textRect" presStyleLbl="revTx" presStyleIdx="0" presStyleCnt="5">
        <dgm:presLayoutVars>
          <dgm:chMax val="1"/>
          <dgm:chPref val="1"/>
        </dgm:presLayoutVars>
      </dgm:prSet>
      <dgm:spPr/>
    </dgm:pt>
    <dgm:pt modelId="{AA139A6A-DC46-4F5E-8F21-A0494969E709}" type="pres">
      <dgm:prSet presAssocID="{F19A017A-2777-4176-84E1-29D646C858B5}" presName="sibTrans" presStyleCnt="0"/>
      <dgm:spPr/>
    </dgm:pt>
    <dgm:pt modelId="{72810E0F-876B-4F46-8401-416C33DA7461}" type="pres">
      <dgm:prSet presAssocID="{4AFB1216-3069-43F4-B9E3-966949EC62C0}" presName="compNode" presStyleCnt="0"/>
      <dgm:spPr/>
    </dgm:pt>
    <dgm:pt modelId="{5BF362C4-01D7-4B85-B967-11FB4C6C1A08}" type="pres">
      <dgm:prSet presAssocID="{4AFB1216-3069-43F4-B9E3-966949EC62C0}" presName="iconBgRect" presStyleLbl="bgShp" presStyleIdx="1" presStyleCnt="5"/>
      <dgm:spPr/>
    </dgm:pt>
    <dgm:pt modelId="{4B335240-531D-4D9D-9C2B-3BCD3378198E}" type="pres">
      <dgm:prSet presAssocID="{4AFB1216-3069-43F4-B9E3-966949EC62C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793EB784-5E82-4513-979C-19CCD24E4507}" type="pres">
      <dgm:prSet presAssocID="{4AFB1216-3069-43F4-B9E3-966949EC62C0}" presName="spaceRect" presStyleCnt="0"/>
      <dgm:spPr/>
    </dgm:pt>
    <dgm:pt modelId="{A2C7A1F8-99D7-40E2-B40D-FCCE272BF593}" type="pres">
      <dgm:prSet presAssocID="{4AFB1216-3069-43F4-B9E3-966949EC62C0}" presName="textRect" presStyleLbl="revTx" presStyleIdx="1" presStyleCnt="5">
        <dgm:presLayoutVars>
          <dgm:chMax val="1"/>
          <dgm:chPref val="1"/>
        </dgm:presLayoutVars>
      </dgm:prSet>
      <dgm:spPr/>
    </dgm:pt>
    <dgm:pt modelId="{6B667EAC-EF02-43E3-9E93-E3B3291B00B0}" type="pres">
      <dgm:prSet presAssocID="{BC145675-1B2B-4BEF-986F-45E0CFE54BD5}" presName="sibTrans" presStyleCnt="0"/>
      <dgm:spPr/>
    </dgm:pt>
    <dgm:pt modelId="{58407697-059A-4681-A0B5-507FF0B12B78}" type="pres">
      <dgm:prSet presAssocID="{352BF378-546D-47B4-8A1F-709327C0C26A}" presName="compNode" presStyleCnt="0"/>
      <dgm:spPr/>
    </dgm:pt>
    <dgm:pt modelId="{7F7EF10D-5097-4D6D-91F3-826CE80CAF10}" type="pres">
      <dgm:prSet presAssocID="{352BF378-546D-47B4-8A1F-709327C0C26A}" presName="iconBgRect" presStyleLbl="bgShp" presStyleIdx="2" presStyleCnt="5"/>
      <dgm:spPr/>
    </dgm:pt>
    <dgm:pt modelId="{1B6F58BD-CF17-4E6E-926A-8897BC2C6E94}" type="pres">
      <dgm:prSet presAssocID="{352BF378-546D-47B4-8A1F-709327C0C26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F2C26E46-2665-4397-8103-89711C246A9A}" type="pres">
      <dgm:prSet presAssocID="{352BF378-546D-47B4-8A1F-709327C0C26A}" presName="spaceRect" presStyleCnt="0"/>
      <dgm:spPr/>
    </dgm:pt>
    <dgm:pt modelId="{F2B573AE-6C11-4930-BA46-4DB44656E0F8}" type="pres">
      <dgm:prSet presAssocID="{352BF378-546D-47B4-8A1F-709327C0C26A}" presName="textRect" presStyleLbl="revTx" presStyleIdx="2" presStyleCnt="5">
        <dgm:presLayoutVars>
          <dgm:chMax val="1"/>
          <dgm:chPref val="1"/>
        </dgm:presLayoutVars>
      </dgm:prSet>
      <dgm:spPr/>
    </dgm:pt>
    <dgm:pt modelId="{7EDFCCB6-A8E4-4B59-B991-F0F8362BBF12}" type="pres">
      <dgm:prSet presAssocID="{B25E12A6-B6EC-4979-B660-500E4766F32E}" presName="sibTrans" presStyleCnt="0"/>
      <dgm:spPr/>
    </dgm:pt>
    <dgm:pt modelId="{0BC5A3F1-A33B-40A9-8CB9-E7C044B02E49}" type="pres">
      <dgm:prSet presAssocID="{64156A89-3B25-40A8-BD9D-BD7E12092C8B}" presName="compNode" presStyleCnt="0"/>
      <dgm:spPr/>
    </dgm:pt>
    <dgm:pt modelId="{B0F5A7B0-68F2-41E1-ADEC-997C1948401E}" type="pres">
      <dgm:prSet presAssocID="{64156A89-3B25-40A8-BD9D-BD7E12092C8B}" presName="iconBgRect" presStyleLbl="bgShp" presStyleIdx="3" presStyleCnt="5"/>
      <dgm:spPr/>
    </dgm:pt>
    <dgm:pt modelId="{2F866EB0-E0DA-4E69-BAA9-AEE7C4005185}" type="pres">
      <dgm:prSet presAssocID="{64156A89-3B25-40A8-BD9D-BD7E12092C8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B00A9E7-9696-4F4D-8591-1615548291A4}" type="pres">
      <dgm:prSet presAssocID="{64156A89-3B25-40A8-BD9D-BD7E12092C8B}" presName="spaceRect" presStyleCnt="0"/>
      <dgm:spPr/>
    </dgm:pt>
    <dgm:pt modelId="{3068F8C8-0445-443F-A2CD-8C7A51417A15}" type="pres">
      <dgm:prSet presAssocID="{64156A89-3B25-40A8-BD9D-BD7E12092C8B}" presName="textRect" presStyleLbl="revTx" presStyleIdx="3" presStyleCnt="5">
        <dgm:presLayoutVars>
          <dgm:chMax val="1"/>
          <dgm:chPref val="1"/>
        </dgm:presLayoutVars>
      </dgm:prSet>
      <dgm:spPr/>
    </dgm:pt>
    <dgm:pt modelId="{2952AADB-73FF-4AF2-8589-D4915F9D1F9A}" type="pres">
      <dgm:prSet presAssocID="{DA34D903-2887-4D87-BABA-73D18195F6D7}" presName="sibTrans" presStyleCnt="0"/>
      <dgm:spPr/>
    </dgm:pt>
    <dgm:pt modelId="{E71996B1-D711-487C-AB57-BBBBFC7E34AF}" type="pres">
      <dgm:prSet presAssocID="{3D7D315F-D4ED-4EA9-B990-CFA5D16E00E4}" presName="compNode" presStyleCnt="0"/>
      <dgm:spPr/>
    </dgm:pt>
    <dgm:pt modelId="{BF3CE188-EEA1-4A9B-97C9-1DE04A257297}" type="pres">
      <dgm:prSet presAssocID="{3D7D315F-D4ED-4EA9-B990-CFA5D16E00E4}" presName="iconBgRect" presStyleLbl="bgShp" presStyleIdx="4" presStyleCnt="5"/>
      <dgm:spPr/>
    </dgm:pt>
    <dgm:pt modelId="{710C0307-C733-4B67-89B3-939BA8E42ACE}" type="pres">
      <dgm:prSet presAssocID="{3D7D315F-D4ED-4EA9-B990-CFA5D16E00E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ECB07DE-82E2-44F2-B172-CF4BFD488EA1}" type="pres">
      <dgm:prSet presAssocID="{3D7D315F-D4ED-4EA9-B990-CFA5D16E00E4}" presName="spaceRect" presStyleCnt="0"/>
      <dgm:spPr/>
    </dgm:pt>
    <dgm:pt modelId="{5E3C5048-DCD2-45D7-B587-16090287508F}" type="pres">
      <dgm:prSet presAssocID="{3D7D315F-D4ED-4EA9-B990-CFA5D16E00E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D40ED65-165F-46BD-A4AA-F283636C4C44}" srcId="{1AF65A5B-C05B-44AE-ADBA-14DFCECE7DAF}" destId="{64156A89-3B25-40A8-BD9D-BD7E12092C8B}" srcOrd="3" destOrd="0" parTransId="{6BE1E363-D1A6-4742-8CA5-07FAD3A6B588}" sibTransId="{DA34D903-2887-4D87-BABA-73D18195F6D7}"/>
    <dgm:cxn modelId="{45A70069-6DDB-4221-BD7F-968FAA4A5F59}" srcId="{1AF65A5B-C05B-44AE-ADBA-14DFCECE7DAF}" destId="{352BF378-546D-47B4-8A1F-709327C0C26A}" srcOrd="2" destOrd="0" parTransId="{6CE47F9D-E6CD-44B8-8CC5-E5A6228A675F}" sibTransId="{B25E12A6-B6EC-4979-B660-500E4766F32E}"/>
    <dgm:cxn modelId="{9D0C6D4A-9AC1-49A9-AB8E-4DE4E6D34356}" srcId="{1AF65A5B-C05B-44AE-ADBA-14DFCECE7DAF}" destId="{4AFB1216-3069-43F4-B9E3-966949EC62C0}" srcOrd="1" destOrd="0" parTransId="{43E17180-5CA4-4E7B-9BB7-B51649ACC89E}" sibTransId="{BC145675-1B2B-4BEF-986F-45E0CFE54BD5}"/>
    <dgm:cxn modelId="{B9E9E37B-A9E3-444F-833A-581A837FD5CB}" type="presOf" srcId="{352BF378-546D-47B4-8A1F-709327C0C26A}" destId="{F2B573AE-6C11-4930-BA46-4DB44656E0F8}" srcOrd="0" destOrd="0" presId="urn:microsoft.com/office/officeart/2018/5/layout/IconCircleLabelList"/>
    <dgm:cxn modelId="{1CD4CD96-3CD9-4C81-8550-376E31DC763C}" type="presOf" srcId="{3D7D315F-D4ED-4EA9-B990-CFA5D16E00E4}" destId="{5E3C5048-DCD2-45D7-B587-16090287508F}" srcOrd="0" destOrd="0" presId="urn:microsoft.com/office/officeart/2018/5/layout/IconCircleLabelList"/>
    <dgm:cxn modelId="{2B09129B-D422-419F-823D-82344004FAEB}" type="presOf" srcId="{E6292FBA-2859-4EF0-9649-D53A6D84E873}" destId="{9A33E4E2-3742-42EF-A695-52B4EF76F860}" srcOrd="0" destOrd="0" presId="urn:microsoft.com/office/officeart/2018/5/layout/IconCircleLabelList"/>
    <dgm:cxn modelId="{7037E4A4-1AEE-4F03-BC95-D27C4CE3CAA0}" srcId="{1AF65A5B-C05B-44AE-ADBA-14DFCECE7DAF}" destId="{E6292FBA-2859-4EF0-9649-D53A6D84E873}" srcOrd="0" destOrd="0" parTransId="{3DAB7494-0BE6-4177-9580-96F470E9421C}" sibTransId="{F19A017A-2777-4176-84E1-29D646C858B5}"/>
    <dgm:cxn modelId="{5C2D86CB-9A0D-40A9-99F1-9796F6817CE9}" type="presOf" srcId="{4AFB1216-3069-43F4-B9E3-966949EC62C0}" destId="{A2C7A1F8-99D7-40E2-B40D-FCCE272BF593}" srcOrd="0" destOrd="0" presId="urn:microsoft.com/office/officeart/2018/5/layout/IconCircleLabelList"/>
    <dgm:cxn modelId="{C89682CF-2DB9-42C7-BC7F-4475530EA9DB}" srcId="{1AF65A5B-C05B-44AE-ADBA-14DFCECE7DAF}" destId="{3D7D315F-D4ED-4EA9-B990-CFA5D16E00E4}" srcOrd="4" destOrd="0" parTransId="{0349861C-8CE2-4558-9F19-1C9DC35D4373}" sibTransId="{4490D25D-468C-456D-8075-664C95F6CD76}"/>
    <dgm:cxn modelId="{369205EC-B224-4C5B-B148-830836CD70AD}" type="presOf" srcId="{64156A89-3B25-40A8-BD9D-BD7E12092C8B}" destId="{3068F8C8-0445-443F-A2CD-8C7A51417A15}" srcOrd="0" destOrd="0" presId="urn:microsoft.com/office/officeart/2018/5/layout/IconCircleLabelList"/>
    <dgm:cxn modelId="{D06C18EC-A858-4A13-BC4A-3A3E037E6044}" type="presOf" srcId="{1AF65A5B-C05B-44AE-ADBA-14DFCECE7DAF}" destId="{730AD602-C297-4D7D-895C-019490FD8002}" srcOrd="0" destOrd="0" presId="urn:microsoft.com/office/officeart/2018/5/layout/IconCircleLabelList"/>
    <dgm:cxn modelId="{2E33B898-B294-4C22-9B1B-4C448280452A}" type="presParOf" srcId="{730AD602-C297-4D7D-895C-019490FD8002}" destId="{2B7D82B9-7BC1-4FEB-A403-14A578E70151}" srcOrd="0" destOrd="0" presId="urn:microsoft.com/office/officeart/2018/5/layout/IconCircleLabelList"/>
    <dgm:cxn modelId="{86580BA6-4314-4C24-AD3F-8A7404D24305}" type="presParOf" srcId="{2B7D82B9-7BC1-4FEB-A403-14A578E70151}" destId="{04936F52-0A07-4C14-9602-7CC76DDAB6D7}" srcOrd="0" destOrd="0" presId="urn:microsoft.com/office/officeart/2018/5/layout/IconCircleLabelList"/>
    <dgm:cxn modelId="{40785780-729D-4D4E-814C-CA8BF9C80510}" type="presParOf" srcId="{2B7D82B9-7BC1-4FEB-A403-14A578E70151}" destId="{A2D67C0A-4852-4172-A459-096EF66736F9}" srcOrd="1" destOrd="0" presId="urn:microsoft.com/office/officeart/2018/5/layout/IconCircleLabelList"/>
    <dgm:cxn modelId="{752817EC-27E3-4A2C-9BF1-EA36659FC6CA}" type="presParOf" srcId="{2B7D82B9-7BC1-4FEB-A403-14A578E70151}" destId="{912513A2-31C9-4A2D-A17A-D1CFE2281DE9}" srcOrd="2" destOrd="0" presId="urn:microsoft.com/office/officeart/2018/5/layout/IconCircleLabelList"/>
    <dgm:cxn modelId="{0DCFCFB8-E13C-408C-B4DA-DB352E45CDA7}" type="presParOf" srcId="{2B7D82B9-7BC1-4FEB-A403-14A578E70151}" destId="{9A33E4E2-3742-42EF-A695-52B4EF76F860}" srcOrd="3" destOrd="0" presId="urn:microsoft.com/office/officeart/2018/5/layout/IconCircleLabelList"/>
    <dgm:cxn modelId="{20C69DD5-30B1-40AD-8CCF-36A28EB14892}" type="presParOf" srcId="{730AD602-C297-4D7D-895C-019490FD8002}" destId="{AA139A6A-DC46-4F5E-8F21-A0494969E709}" srcOrd="1" destOrd="0" presId="urn:microsoft.com/office/officeart/2018/5/layout/IconCircleLabelList"/>
    <dgm:cxn modelId="{E1F27CBE-97C2-4C90-81BE-E9A35F1B2F99}" type="presParOf" srcId="{730AD602-C297-4D7D-895C-019490FD8002}" destId="{72810E0F-876B-4F46-8401-416C33DA7461}" srcOrd="2" destOrd="0" presId="urn:microsoft.com/office/officeart/2018/5/layout/IconCircleLabelList"/>
    <dgm:cxn modelId="{5758E76A-4FCF-4F5A-BCBD-AF87B74F523C}" type="presParOf" srcId="{72810E0F-876B-4F46-8401-416C33DA7461}" destId="{5BF362C4-01D7-4B85-B967-11FB4C6C1A08}" srcOrd="0" destOrd="0" presId="urn:microsoft.com/office/officeart/2018/5/layout/IconCircleLabelList"/>
    <dgm:cxn modelId="{B7470017-260A-4ACB-96AE-8AF89880946C}" type="presParOf" srcId="{72810E0F-876B-4F46-8401-416C33DA7461}" destId="{4B335240-531D-4D9D-9C2B-3BCD3378198E}" srcOrd="1" destOrd="0" presId="urn:microsoft.com/office/officeart/2018/5/layout/IconCircleLabelList"/>
    <dgm:cxn modelId="{2ADAC515-48EB-4F51-BB5E-7035025E1376}" type="presParOf" srcId="{72810E0F-876B-4F46-8401-416C33DA7461}" destId="{793EB784-5E82-4513-979C-19CCD24E4507}" srcOrd="2" destOrd="0" presId="urn:microsoft.com/office/officeart/2018/5/layout/IconCircleLabelList"/>
    <dgm:cxn modelId="{34DE590E-74FC-4332-8ED4-BD9039A86F89}" type="presParOf" srcId="{72810E0F-876B-4F46-8401-416C33DA7461}" destId="{A2C7A1F8-99D7-40E2-B40D-FCCE272BF593}" srcOrd="3" destOrd="0" presId="urn:microsoft.com/office/officeart/2018/5/layout/IconCircleLabelList"/>
    <dgm:cxn modelId="{23FB6E7F-E282-414D-B1B8-FF3B6E4F9CAD}" type="presParOf" srcId="{730AD602-C297-4D7D-895C-019490FD8002}" destId="{6B667EAC-EF02-43E3-9E93-E3B3291B00B0}" srcOrd="3" destOrd="0" presId="urn:microsoft.com/office/officeart/2018/5/layout/IconCircleLabelList"/>
    <dgm:cxn modelId="{7955D816-ED25-4F13-A41D-97696A339378}" type="presParOf" srcId="{730AD602-C297-4D7D-895C-019490FD8002}" destId="{58407697-059A-4681-A0B5-507FF0B12B78}" srcOrd="4" destOrd="0" presId="urn:microsoft.com/office/officeart/2018/5/layout/IconCircleLabelList"/>
    <dgm:cxn modelId="{CFAEB114-7731-4D5F-8BB8-0CE257B847A6}" type="presParOf" srcId="{58407697-059A-4681-A0B5-507FF0B12B78}" destId="{7F7EF10D-5097-4D6D-91F3-826CE80CAF10}" srcOrd="0" destOrd="0" presId="urn:microsoft.com/office/officeart/2018/5/layout/IconCircleLabelList"/>
    <dgm:cxn modelId="{E93583B1-7367-46BC-8B94-BE9FBBBEE276}" type="presParOf" srcId="{58407697-059A-4681-A0B5-507FF0B12B78}" destId="{1B6F58BD-CF17-4E6E-926A-8897BC2C6E94}" srcOrd="1" destOrd="0" presId="urn:microsoft.com/office/officeart/2018/5/layout/IconCircleLabelList"/>
    <dgm:cxn modelId="{85BF16A3-4779-479E-A5D1-A57ACDCF7AA5}" type="presParOf" srcId="{58407697-059A-4681-A0B5-507FF0B12B78}" destId="{F2C26E46-2665-4397-8103-89711C246A9A}" srcOrd="2" destOrd="0" presId="urn:microsoft.com/office/officeart/2018/5/layout/IconCircleLabelList"/>
    <dgm:cxn modelId="{3B282253-4B10-4186-B5D9-0723A60BAB71}" type="presParOf" srcId="{58407697-059A-4681-A0B5-507FF0B12B78}" destId="{F2B573AE-6C11-4930-BA46-4DB44656E0F8}" srcOrd="3" destOrd="0" presId="urn:microsoft.com/office/officeart/2018/5/layout/IconCircleLabelList"/>
    <dgm:cxn modelId="{61105DD6-8AC2-4314-AA65-73A1CC02E384}" type="presParOf" srcId="{730AD602-C297-4D7D-895C-019490FD8002}" destId="{7EDFCCB6-A8E4-4B59-B991-F0F8362BBF12}" srcOrd="5" destOrd="0" presId="urn:microsoft.com/office/officeart/2018/5/layout/IconCircleLabelList"/>
    <dgm:cxn modelId="{5564738A-A0E8-4DE6-83CF-10170703E7BB}" type="presParOf" srcId="{730AD602-C297-4D7D-895C-019490FD8002}" destId="{0BC5A3F1-A33B-40A9-8CB9-E7C044B02E49}" srcOrd="6" destOrd="0" presId="urn:microsoft.com/office/officeart/2018/5/layout/IconCircleLabelList"/>
    <dgm:cxn modelId="{E3BE63AA-7D15-49E1-AEB6-3ACFAC92D216}" type="presParOf" srcId="{0BC5A3F1-A33B-40A9-8CB9-E7C044B02E49}" destId="{B0F5A7B0-68F2-41E1-ADEC-997C1948401E}" srcOrd="0" destOrd="0" presId="urn:microsoft.com/office/officeart/2018/5/layout/IconCircleLabelList"/>
    <dgm:cxn modelId="{205FAE73-93CE-4647-9554-B981E79B3733}" type="presParOf" srcId="{0BC5A3F1-A33B-40A9-8CB9-E7C044B02E49}" destId="{2F866EB0-E0DA-4E69-BAA9-AEE7C4005185}" srcOrd="1" destOrd="0" presId="urn:microsoft.com/office/officeart/2018/5/layout/IconCircleLabelList"/>
    <dgm:cxn modelId="{D8EBA9F8-3D42-403C-B46A-3908E06E2FC7}" type="presParOf" srcId="{0BC5A3F1-A33B-40A9-8CB9-E7C044B02E49}" destId="{6B00A9E7-9696-4F4D-8591-1615548291A4}" srcOrd="2" destOrd="0" presId="urn:microsoft.com/office/officeart/2018/5/layout/IconCircleLabelList"/>
    <dgm:cxn modelId="{DC6363E9-B1FC-4B86-AD0F-2EF20C419A8F}" type="presParOf" srcId="{0BC5A3F1-A33B-40A9-8CB9-E7C044B02E49}" destId="{3068F8C8-0445-443F-A2CD-8C7A51417A15}" srcOrd="3" destOrd="0" presId="urn:microsoft.com/office/officeart/2018/5/layout/IconCircleLabelList"/>
    <dgm:cxn modelId="{FE187B59-6044-49A2-B091-5545A11B9C05}" type="presParOf" srcId="{730AD602-C297-4D7D-895C-019490FD8002}" destId="{2952AADB-73FF-4AF2-8589-D4915F9D1F9A}" srcOrd="7" destOrd="0" presId="urn:microsoft.com/office/officeart/2018/5/layout/IconCircleLabelList"/>
    <dgm:cxn modelId="{DF157E41-9160-472C-B73D-76B6EF9E328C}" type="presParOf" srcId="{730AD602-C297-4D7D-895C-019490FD8002}" destId="{E71996B1-D711-487C-AB57-BBBBFC7E34AF}" srcOrd="8" destOrd="0" presId="urn:microsoft.com/office/officeart/2018/5/layout/IconCircleLabelList"/>
    <dgm:cxn modelId="{DF70ECFE-1EC3-42A4-ABFE-9C14F8A9563D}" type="presParOf" srcId="{E71996B1-D711-487C-AB57-BBBBFC7E34AF}" destId="{BF3CE188-EEA1-4A9B-97C9-1DE04A257297}" srcOrd="0" destOrd="0" presId="urn:microsoft.com/office/officeart/2018/5/layout/IconCircleLabelList"/>
    <dgm:cxn modelId="{C0585059-DF03-4873-AEC3-81A42CB2844A}" type="presParOf" srcId="{E71996B1-D711-487C-AB57-BBBBFC7E34AF}" destId="{710C0307-C733-4B67-89B3-939BA8E42ACE}" srcOrd="1" destOrd="0" presId="urn:microsoft.com/office/officeart/2018/5/layout/IconCircleLabelList"/>
    <dgm:cxn modelId="{F018D69E-DA39-4899-A40D-7E467482181E}" type="presParOf" srcId="{E71996B1-D711-487C-AB57-BBBBFC7E34AF}" destId="{9ECB07DE-82E2-44F2-B172-CF4BFD488EA1}" srcOrd="2" destOrd="0" presId="urn:microsoft.com/office/officeart/2018/5/layout/IconCircleLabelList"/>
    <dgm:cxn modelId="{5169461B-E137-43B6-8512-153A53434510}" type="presParOf" srcId="{E71996B1-D711-487C-AB57-BBBBFC7E34AF}" destId="{5E3C5048-DCD2-45D7-B587-16090287508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67349B-AFAB-4F24-B770-2B70ACFB130A}">
      <dsp:nvSpPr>
        <dsp:cNvPr id="0" name=""/>
        <dsp:cNvSpPr/>
      </dsp:nvSpPr>
      <dsp:spPr>
        <a:xfrm>
          <a:off x="0" y="0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4000" kern="1200"/>
            <a:t>• Métricas de Proceso</a:t>
          </a:r>
          <a:endParaRPr lang="en-US" sz="4000" kern="1200"/>
        </a:p>
      </dsp:txBody>
      <dsp:txXfrm>
        <a:off x="27017" y="27017"/>
        <a:ext cx="5483391" cy="868383"/>
      </dsp:txXfrm>
    </dsp:sp>
    <dsp:sp modelId="{97A326F8-F6B3-4DF2-AD66-D20664EA1C50}">
      <dsp:nvSpPr>
        <dsp:cNvPr id="0" name=""/>
        <dsp:cNvSpPr/>
      </dsp:nvSpPr>
      <dsp:spPr>
        <a:xfrm>
          <a:off x="549123" y="1090129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4000" kern="1200"/>
            <a:t>• Métricas de Proyecto</a:t>
          </a:r>
          <a:endParaRPr lang="en-US" sz="4000" kern="1200"/>
        </a:p>
      </dsp:txBody>
      <dsp:txXfrm>
        <a:off x="576140" y="1117146"/>
        <a:ext cx="5353968" cy="868383"/>
      </dsp:txXfrm>
    </dsp:sp>
    <dsp:sp modelId="{E887E414-7E46-437A-A11C-9147A64E54AF}">
      <dsp:nvSpPr>
        <dsp:cNvPr id="0" name=""/>
        <dsp:cNvSpPr/>
      </dsp:nvSpPr>
      <dsp:spPr>
        <a:xfrm>
          <a:off x="1090050" y="2180258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4000" kern="1200"/>
            <a:t>• Métricas de Producto</a:t>
          </a:r>
          <a:endParaRPr lang="en-US" sz="4000" kern="1200"/>
        </a:p>
      </dsp:txBody>
      <dsp:txXfrm>
        <a:off x="1117067" y="2207275"/>
        <a:ext cx="5362164" cy="868383"/>
      </dsp:txXfrm>
    </dsp:sp>
    <dsp:sp modelId="{F95F73F6-70BC-4385-896C-3FF8C61E0B17}">
      <dsp:nvSpPr>
        <dsp:cNvPr id="0" name=""/>
        <dsp:cNvSpPr/>
      </dsp:nvSpPr>
      <dsp:spPr>
        <a:xfrm>
          <a:off x="1639174" y="3270387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4000" kern="1200"/>
            <a:t>• Métricas de Calidad</a:t>
          </a:r>
          <a:endParaRPr lang="en-US" sz="4000" kern="1200"/>
        </a:p>
      </dsp:txBody>
      <dsp:txXfrm>
        <a:off x="1666191" y="3297404"/>
        <a:ext cx="5353968" cy="868383"/>
      </dsp:txXfrm>
    </dsp:sp>
    <dsp:sp modelId="{DB75BA78-97BC-46CE-A83C-B8012B508F39}">
      <dsp:nvSpPr>
        <dsp:cNvPr id="0" name=""/>
        <dsp:cNvSpPr/>
      </dsp:nvSpPr>
      <dsp:spPr>
        <a:xfrm>
          <a:off x="5957125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092028" y="706487"/>
        <a:ext cx="329765" cy="451177"/>
      </dsp:txXfrm>
    </dsp:sp>
    <dsp:sp modelId="{8897B906-B513-444B-89A2-F0699D7E83F9}">
      <dsp:nvSpPr>
        <dsp:cNvPr id="0" name=""/>
        <dsp:cNvSpPr/>
      </dsp:nvSpPr>
      <dsp:spPr>
        <a:xfrm>
          <a:off x="6506249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641152" y="1796616"/>
        <a:ext cx="329765" cy="451177"/>
      </dsp:txXfrm>
    </dsp:sp>
    <dsp:sp modelId="{A2426520-D8EB-48B5-B64E-BEA0014BA8F4}">
      <dsp:nvSpPr>
        <dsp:cNvPr id="0" name=""/>
        <dsp:cNvSpPr/>
      </dsp:nvSpPr>
      <dsp:spPr>
        <a:xfrm>
          <a:off x="7047176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182079" y="2886746"/>
        <a:ext cx="329765" cy="4511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3AE024-0762-45E8-93EA-42BDEA928053}">
      <dsp:nvSpPr>
        <dsp:cNvPr id="0" name=""/>
        <dsp:cNvSpPr/>
      </dsp:nvSpPr>
      <dsp:spPr>
        <a:xfrm>
          <a:off x="827085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9831BC-C860-4455-9272-EA01A3635960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E45C1-01C4-4D1B-9C35-671E3BE03733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600" kern="1200"/>
            <a:t>• Tiempo de ciclo</a:t>
          </a:r>
          <a:endParaRPr lang="en-US" sz="1600" kern="1200"/>
        </a:p>
      </dsp:txBody>
      <dsp:txXfrm>
        <a:off x="518589" y="1265836"/>
        <a:ext cx="1582031" cy="632812"/>
      </dsp:txXfrm>
    </dsp:sp>
    <dsp:sp modelId="{31AFE61C-8443-45FE-9E98-4790CEC2A918}">
      <dsp:nvSpPr>
        <dsp:cNvPr id="0" name=""/>
        <dsp:cNvSpPr/>
      </dsp:nvSpPr>
      <dsp:spPr>
        <a:xfrm>
          <a:off x="2685972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106E8C-F255-4C3A-BAFA-67D717B3DC35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F43BDD-03A5-4017-89E4-FF194F8047B4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600" kern="1200"/>
            <a:t>• Tiempo de entrega</a:t>
          </a:r>
          <a:endParaRPr lang="en-US" sz="1600" kern="1200"/>
        </a:p>
      </dsp:txBody>
      <dsp:txXfrm>
        <a:off x="2377476" y="1265836"/>
        <a:ext cx="1582031" cy="632812"/>
      </dsp:txXfrm>
    </dsp:sp>
    <dsp:sp modelId="{CC9F5E41-A540-4EDA-AC6E-AA9B51ACA92D}">
      <dsp:nvSpPr>
        <dsp:cNvPr id="0" name=""/>
        <dsp:cNvSpPr/>
      </dsp:nvSpPr>
      <dsp:spPr>
        <a:xfrm>
          <a:off x="4544859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F9EFBE-8965-4C97-B67D-95D0EF9408A8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FCFE1-7F0D-49D7-8BE5-C508D46B43A0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600" kern="1200"/>
            <a:t>• Velocidad (Agile)</a:t>
          </a:r>
          <a:endParaRPr lang="en-US" sz="1600" kern="1200"/>
        </a:p>
      </dsp:txBody>
      <dsp:txXfrm>
        <a:off x="4236363" y="1265836"/>
        <a:ext cx="1582031" cy="632812"/>
      </dsp:txXfrm>
    </dsp:sp>
    <dsp:sp modelId="{7E5C30A2-FED2-4185-ABD9-C02081295ADD}">
      <dsp:nvSpPr>
        <dsp:cNvPr id="0" name=""/>
        <dsp:cNvSpPr/>
      </dsp:nvSpPr>
      <dsp:spPr>
        <a:xfrm>
          <a:off x="6403746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CF0CF7-BAD6-4EEA-9D69-54381224AA35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1B1D2-5D04-4410-A779-F22B700B2440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600" kern="1200"/>
            <a:t>• Costo por fase</a:t>
          </a:r>
          <a:endParaRPr lang="en-US" sz="1600" kern="1200"/>
        </a:p>
      </dsp:txBody>
      <dsp:txXfrm>
        <a:off x="6095249" y="1265836"/>
        <a:ext cx="1582031" cy="632812"/>
      </dsp:txXfrm>
    </dsp:sp>
    <dsp:sp modelId="{F3D3189E-89BC-4F0D-B7C0-985FDAAAF34D}">
      <dsp:nvSpPr>
        <dsp:cNvPr id="0" name=""/>
        <dsp:cNvSpPr/>
      </dsp:nvSpPr>
      <dsp:spPr>
        <a:xfrm>
          <a:off x="3615415" y="2294156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49D843-A2F3-4F49-8C2C-27DA85F36F72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6E897A-31F8-4E9C-87CC-4DD9EC98F3A2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600" kern="1200"/>
            <a:t>• Productividad del equipo</a:t>
          </a:r>
          <a:endParaRPr lang="en-US" sz="1600" kern="1200"/>
        </a:p>
      </dsp:txBody>
      <dsp:txXfrm>
        <a:off x="3306919" y="3559781"/>
        <a:ext cx="1582031" cy="6328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936F52-0A07-4C14-9602-7CC76DDAB6D7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D67C0A-4852-4172-A459-096EF66736F9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3E4E2-3742-42EF-A695-52B4EF76F860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500" kern="1200"/>
            <a:t>• Tiempo estimado vs. tiempo real</a:t>
          </a:r>
          <a:endParaRPr lang="en-US" sz="1500" kern="1200"/>
        </a:p>
      </dsp:txBody>
      <dsp:txXfrm>
        <a:off x="518589" y="1265836"/>
        <a:ext cx="1582031" cy="632812"/>
      </dsp:txXfrm>
    </dsp:sp>
    <dsp:sp modelId="{5BF362C4-01D7-4B85-B967-11FB4C6C1A08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335240-531D-4D9D-9C2B-3BCD3378198E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C7A1F8-99D7-40E2-B40D-FCCE272BF593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500" kern="1200"/>
            <a:t>• Presupuesto estimado vs. gasto real</a:t>
          </a:r>
          <a:endParaRPr lang="en-US" sz="1500" kern="1200"/>
        </a:p>
      </dsp:txBody>
      <dsp:txXfrm>
        <a:off x="2377476" y="1265836"/>
        <a:ext cx="1582031" cy="632812"/>
      </dsp:txXfrm>
    </dsp:sp>
    <dsp:sp modelId="{7F7EF10D-5097-4D6D-91F3-826CE80CAF10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6F58BD-CF17-4E6E-926A-8897BC2C6E94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B573AE-6C11-4930-BA46-4DB44656E0F8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500" kern="1200"/>
            <a:t>• Tasa de cumplimiento de hitos</a:t>
          </a:r>
          <a:endParaRPr lang="en-US" sz="1500" kern="1200"/>
        </a:p>
      </dsp:txBody>
      <dsp:txXfrm>
        <a:off x="4236363" y="1265836"/>
        <a:ext cx="1582031" cy="632812"/>
      </dsp:txXfrm>
    </dsp:sp>
    <dsp:sp modelId="{B0F5A7B0-68F2-41E1-ADEC-997C1948401E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866EB0-E0DA-4E69-BAA9-AEE7C4005185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68F8C8-0445-443F-A2CD-8C7A51417A15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500" kern="1200"/>
            <a:t>• Índice de desempeño del cronograma (SPI)</a:t>
          </a:r>
          <a:endParaRPr lang="en-US" sz="1500" kern="1200"/>
        </a:p>
      </dsp:txBody>
      <dsp:txXfrm>
        <a:off x="6095249" y="1265836"/>
        <a:ext cx="1582031" cy="632812"/>
      </dsp:txXfrm>
    </dsp:sp>
    <dsp:sp modelId="{BF3CE188-EEA1-4A9B-97C9-1DE04A257297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0C0307-C733-4B67-89B3-939BA8E42ACE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C5048-DCD2-45D7-B587-16090287508F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500" kern="1200"/>
            <a:t>• Índice de desempeño del costo (CPI)</a:t>
          </a:r>
          <a:endParaRPr lang="en-US" sz="1500" kern="1200"/>
        </a:p>
      </dsp:txBody>
      <dsp:txXfrm>
        <a:off x="3306919" y="3559781"/>
        <a:ext cx="1582031" cy="632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148" y="818984"/>
            <a:ext cx="4947184" cy="3268520"/>
          </a:xfrm>
        </p:spPr>
        <p:txBody>
          <a:bodyPr>
            <a:normAutofit/>
          </a:bodyPr>
          <a:lstStyle/>
          <a:p>
            <a:pPr algn="r"/>
            <a:r>
              <a:rPr lang="es-ES" sz="4200">
                <a:solidFill>
                  <a:srgbClr val="FFFFFF"/>
                </a:solidFill>
              </a:rPr>
              <a:t>Métricas de Gestión de Proyectos de Software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200">
                <a:solidFill>
                  <a:srgbClr val="FFFFFF"/>
                </a:solidFill>
              </a:rPr>
              <a:t>¿Qué son las métricas de gestión de proyectos?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S" sz="1700"/>
              <a:t>• Indicadores cuantitativos que permiten evaluar el desempeño del proyecto.</a:t>
            </a:r>
          </a:p>
          <a:p>
            <a:r>
              <a:rPr lang="es-ES" sz="1700"/>
              <a:t>• Ayudan a identificar riesgos, controlar el progreso y mejorar procesos.</a:t>
            </a:r>
          </a:p>
          <a:p>
            <a:r>
              <a:rPr lang="es-ES" sz="1700"/>
              <a:t>• Fundamentales en metodologías ágiles y tradicionales.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C" sz="3500">
                <a:solidFill>
                  <a:srgbClr val="FFFFFF"/>
                </a:solidFill>
              </a:rPr>
              <a:t>Clasificación de métricas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1788A9D-4558-1B2C-2676-5BE705DF2A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476784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C" sz="3500">
                <a:solidFill>
                  <a:srgbClr val="FFFFFF"/>
                </a:solidFill>
              </a:rPr>
              <a:t>Métricas de Proceso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28ADC47B-499F-6EF0-83C9-D84E19C549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206257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C" sz="3500">
                <a:solidFill>
                  <a:srgbClr val="FFFFFF"/>
                </a:solidFill>
              </a:rPr>
              <a:t>Métricas de Proyecto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CF9E1FE7-1F8B-D18F-690E-CEA3938D96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765684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C" sz="3500">
                <a:solidFill>
                  <a:srgbClr val="FFFFFF"/>
                </a:solidFill>
              </a:rPr>
              <a:t>Métricas de Producto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S" sz="2400" dirty="0"/>
              <a:t>• Complejidad del código (ej. complejidad </a:t>
            </a:r>
            <a:r>
              <a:rPr lang="es-ES" sz="2400" dirty="0" err="1"/>
              <a:t>ciclomática</a:t>
            </a:r>
            <a:r>
              <a:rPr lang="es-ES" sz="2400" dirty="0"/>
              <a:t>)</a:t>
            </a:r>
          </a:p>
          <a:p>
            <a:r>
              <a:rPr lang="es-ES" sz="2400" dirty="0"/>
              <a:t>• Densidad de defectos</a:t>
            </a:r>
          </a:p>
          <a:p>
            <a:r>
              <a:rPr lang="es-ES" sz="2400" dirty="0"/>
              <a:t>• Cobertura de pruebas</a:t>
            </a:r>
          </a:p>
          <a:p>
            <a:r>
              <a:rPr lang="es-ES" sz="2400" dirty="0"/>
              <a:t>• Reusabilidad del código</a:t>
            </a:r>
          </a:p>
          <a:p>
            <a:r>
              <a:rPr lang="es-ES" sz="2400" dirty="0"/>
              <a:t>• Mantenibilidad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C" sz="3500">
                <a:solidFill>
                  <a:srgbClr val="FFFFFF"/>
                </a:solidFill>
              </a:rPr>
              <a:t>Métricas de Calidad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S" sz="2800" dirty="0"/>
              <a:t>• Número de defectos por módulo</a:t>
            </a:r>
          </a:p>
          <a:p>
            <a:r>
              <a:rPr lang="es-ES" sz="2800" dirty="0"/>
              <a:t>• Tasa de errores encontrados en pruebas</a:t>
            </a:r>
          </a:p>
          <a:p>
            <a:r>
              <a:rPr lang="es-ES" sz="2800" dirty="0"/>
              <a:t>• Tasa de resolución de errores</a:t>
            </a:r>
          </a:p>
          <a:p>
            <a:r>
              <a:rPr lang="es-ES" sz="2800" dirty="0"/>
              <a:t>• Satisfacción del usuario (encuestas)</a:t>
            </a:r>
          </a:p>
          <a:p>
            <a:r>
              <a:rPr lang="es-ES" sz="2800" dirty="0"/>
              <a:t>• Cumplimiento de requisitos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C" sz="3500">
                <a:solidFill>
                  <a:srgbClr val="FFFFFF"/>
                </a:solidFill>
              </a:rPr>
              <a:t>Herramientas para la medición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C" sz="2400" dirty="0"/>
              <a:t>• Jira, Trello (para métricas Agile)</a:t>
            </a:r>
          </a:p>
          <a:p>
            <a:r>
              <a:rPr lang="es-EC" sz="2400" dirty="0"/>
              <a:t>• SonarQube (calidad del código)</a:t>
            </a:r>
          </a:p>
          <a:p>
            <a:r>
              <a:rPr lang="es-EC" sz="2400" dirty="0"/>
              <a:t>• GitHub / </a:t>
            </a:r>
            <a:r>
              <a:rPr lang="es-EC" sz="2400" dirty="0" err="1"/>
              <a:t>GitLab</a:t>
            </a:r>
            <a:r>
              <a:rPr lang="es-EC" sz="2400" dirty="0"/>
              <a:t> (seguimiento de </a:t>
            </a:r>
            <a:r>
              <a:rPr lang="es-EC" sz="2400" dirty="0" err="1"/>
              <a:t>commits</a:t>
            </a:r>
            <a:r>
              <a:rPr lang="es-EC" sz="2400" dirty="0"/>
              <a:t>, </a:t>
            </a:r>
            <a:r>
              <a:rPr lang="es-EC" sz="2400" dirty="0" err="1"/>
              <a:t>merges</a:t>
            </a:r>
            <a:r>
              <a:rPr lang="es-EC" sz="2400" dirty="0"/>
              <a:t>)</a:t>
            </a:r>
          </a:p>
          <a:p>
            <a:r>
              <a:rPr lang="es-EC" sz="2400" dirty="0"/>
              <a:t>• </a:t>
            </a:r>
            <a:r>
              <a:rPr lang="es-EC" sz="2400" dirty="0" err="1"/>
              <a:t>Tableau</a:t>
            </a:r>
            <a:r>
              <a:rPr lang="es-EC" sz="2400" dirty="0"/>
              <a:t> / </a:t>
            </a:r>
            <a:r>
              <a:rPr lang="es-EC" sz="2400" dirty="0" err="1"/>
              <a:t>Power</a:t>
            </a:r>
            <a:r>
              <a:rPr lang="es-EC" sz="2400" dirty="0"/>
              <a:t> BI (análisis visual de datos)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Cómo elegir las métricas adecuadas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S" sz="2400" dirty="0"/>
              <a:t>• Basarse en los objetivos del proyecto</a:t>
            </a:r>
          </a:p>
          <a:p>
            <a:r>
              <a:rPr lang="es-ES" sz="2400" dirty="0"/>
              <a:t>• Medir lo que se puede mejorar</a:t>
            </a:r>
          </a:p>
          <a:p>
            <a:r>
              <a:rPr lang="es-ES" sz="2400" dirty="0"/>
              <a:t>• Evitar la sobrecarga de métricas</a:t>
            </a:r>
          </a:p>
          <a:p>
            <a:r>
              <a:rPr lang="es-ES" sz="2400" dirty="0"/>
              <a:t>• Alinear con los interesados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C" sz="3500">
                <a:solidFill>
                  <a:srgbClr val="FFFFFF"/>
                </a:solidFill>
              </a:rP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S" sz="2400" dirty="0"/>
              <a:t>• Las métricas permiten visibilidad, control y mejora continua</a:t>
            </a:r>
          </a:p>
          <a:p>
            <a:r>
              <a:rPr lang="es-ES" sz="2400" dirty="0"/>
              <a:t>• Su uso adecuado incrementa la probabilidad de éxito del proyecto</a:t>
            </a:r>
          </a:p>
          <a:p>
            <a:r>
              <a:rPr lang="es-ES" sz="2400" dirty="0"/>
              <a:t>• Son clave en enfoques predictivos y ágiles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C" sz="3500" dirty="0">
                <a:solidFill>
                  <a:srgbClr val="FFFFFF"/>
                </a:solidFill>
              </a:rPr>
              <a:t>Taller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endParaRPr lang="es-EC"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296</Words>
  <Application>Microsoft Office PowerPoint</Application>
  <PresentationFormat>Presentación en pantalla (4:3)</PresentationFormat>
  <Paragraphs>49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Métricas de Gestión de Proyectos de Software</vt:lpstr>
      <vt:lpstr>¿Qué son las métricas de gestión de proyectos?</vt:lpstr>
      <vt:lpstr>Clasificación de métricas</vt:lpstr>
      <vt:lpstr>Métricas de Proceso</vt:lpstr>
      <vt:lpstr>Métricas de Proyecto</vt:lpstr>
      <vt:lpstr>Métricas de Producto</vt:lpstr>
      <vt:lpstr>Métricas de Calidad</vt:lpstr>
      <vt:lpstr>Herramientas para la medición</vt:lpstr>
      <vt:lpstr>Cómo elegir las métricas adecuadas</vt:lpstr>
      <vt:lpstr>Conclusión</vt:lpstr>
      <vt:lpstr>Taller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HUMBERTO MIRANDA REALPE</cp:lastModifiedBy>
  <cp:revision>3</cp:revision>
  <dcterms:created xsi:type="dcterms:W3CDTF">2013-01-27T09:14:16Z</dcterms:created>
  <dcterms:modified xsi:type="dcterms:W3CDTF">2025-04-28T14:57:36Z</dcterms:modified>
  <cp:category/>
</cp:coreProperties>
</file>