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D34262-1700-4703-9B4F-2EEE30FD7A9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28F7901-272F-49E6-A899-C8A575091F68}">
      <dgm:prSet/>
      <dgm:spPr/>
      <dgm:t>
        <a:bodyPr/>
        <a:lstStyle/>
        <a:p>
          <a:r>
            <a:rPr lang="en-US"/>
            <a:t>Capacidad del sistema para ejecutar tareas eficientemente.</a:t>
          </a:r>
        </a:p>
      </dgm:t>
    </dgm:pt>
    <dgm:pt modelId="{F939ADAF-AE7E-4CAB-A684-B55BB4CB8FB8}" type="parTrans" cxnId="{D2614B80-016F-4546-A5E1-F1A174DEB415}">
      <dgm:prSet/>
      <dgm:spPr/>
      <dgm:t>
        <a:bodyPr/>
        <a:lstStyle/>
        <a:p>
          <a:endParaRPr lang="en-US"/>
        </a:p>
      </dgm:t>
    </dgm:pt>
    <dgm:pt modelId="{112254C7-2B2C-4A61-969D-7CF110D25F47}" type="sibTrans" cxnId="{D2614B80-016F-4546-A5E1-F1A174DEB415}">
      <dgm:prSet/>
      <dgm:spPr/>
      <dgm:t>
        <a:bodyPr/>
        <a:lstStyle/>
        <a:p>
          <a:endParaRPr lang="en-US"/>
        </a:p>
      </dgm:t>
    </dgm:pt>
    <dgm:pt modelId="{51F94810-E4DA-42B7-9C00-F837F9E53C07}">
      <dgm:prSet/>
      <dgm:spPr/>
      <dgm:t>
        <a:bodyPr/>
        <a:lstStyle/>
        <a:p>
          <a:r>
            <a:rPr lang="en-US"/>
            <a:t>Clave para experiencia del usuario, escalabilidad y estabilidad.</a:t>
          </a:r>
        </a:p>
      </dgm:t>
    </dgm:pt>
    <dgm:pt modelId="{0E9B30B6-C493-4031-8BAB-74DD646C0C4F}" type="parTrans" cxnId="{09563F4C-1B22-49C6-82E5-33B79CB04056}">
      <dgm:prSet/>
      <dgm:spPr/>
      <dgm:t>
        <a:bodyPr/>
        <a:lstStyle/>
        <a:p>
          <a:endParaRPr lang="en-US"/>
        </a:p>
      </dgm:t>
    </dgm:pt>
    <dgm:pt modelId="{8C4D7E87-AF6A-4617-B388-6D8DBF241EF7}" type="sibTrans" cxnId="{09563F4C-1B22-49C6-82E5-33B79CB04056}">
      <dgm:prSet/>
      <dgm:spPr/>
      <dgm:t>
        <a:bodyPr/>
        <a:lstStyle/>
        <a:p>
          <a:endParaRPr lang="en-US"/>
        </a:p>
      </dgm:t>
    </dgm:pt>
    <dgm:pt modelId="{1865D88B-0D53-4F69-BFBF-F0FACBE9903A}" type="pres">
      <dgm:prSet presAssocID="{B0D34262-1700-4703-9B4F-2EEE30FD7A9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2A2E295-9CDC-4E0D-B36B-8A5939AA08C9}" type="pres">
      <dgm:prSet presAssocID="{C28F7901-272F-49E6-A899-C8A575091F68}" presName="hierRoot1" presStyleCnt="0"/>
      <dgm:spPr/>
    </dgm:pt>
    <dgm:pt modelId="{15732BA9-6D6A-4130-AE3D-434D723FF3E5}" type="pres">
      <dgm:prSet presAssocID="{C28F7901-272F-49E6-A899-C8A575091F68}" presName="composite" presStyleCnt="0"/>
      <dgm:spPr/>
    </dgm:pt>
    <dgm:pt modelId="{D9039E03-D000-4258-B046-3D69D73210E3}" type="pres">
      <dgm:prSet presAssocID="{C28F7901-272F-49E6-A899-C8A575091F68}" presName="background" presStyleLbl="node0" presStyleIdx="0" presStyleCnt="2"/>
      <dgm:spPr/>
    </dgm:pt>
    <dgm:pt modelId="{CB1E4E20-9F7C-4408-9182-7436EF40F552}" type="pres">
      <dgm:prSet presAssocID="{C28F7901-272F-49E6-A899-C8A575091F68}" presName="text" presStyleLbl="fgAcc0" presStyleIdx="0" presStyleCnt="2">
        <dgm:presLayoutVars>
          <dgm:chPref val="3"/>
        </dgm:presLayoutVars>
      </dgm:prSet>
      <dgm:spPr/>
    </dgm:pt>
    <dgm:pt modelId="{08AE7913-962D-4F7C-98A2-5557D987C2CD}" type="pres">
      <dgm:prSet presAssocID="{C28F7901-272F-49E6-A899-C8A575091F68}" presName="hierChild2" presStyleCnt="0"/>
      <dgm:spPr/>
    </dgm:pt>
    <dgm:pt modelId="{5232EBC0-97C8-44EC-A76E-FF8BD0B3D375}" type="pres">
      <dgm:prSet presAssocID="{51F94810-E4DA-42B7-9C00-F837F9E53C07}" presName="hierRoot1" presStyleCnt="0"/>
      <dgm:spPr/>
    </dgm:pt>
    <dgm:pt modelId="{EBD37C5D-1688-45E4-98A0-AA56FB3404F9}" type="pres">
      <dgm:prSet presAssocID="{51F94810-E4DA-42B7-9C00-F837F9E53C07}" presName="composite" presStyleCnt="0"/>
      <dgm:spPr/>
    </dgm:pt>
    <dgm:pt modelId="{8B205B12-0AD7-46D2-AC4C-69FA3DB9138F}" type="pres">
      <dgm:prSet presAssocID="{51F94810-E4DA-42B7-9C00-F837F9E53C07}" presName="background" presStyleLbl="node0" presStyleIdx="1" presStyleCnt="2"/>
      <dgm:spPr/>
    </dgm:pt>
    <dgm:pt modelId="{F36839AF-7F23-482A-9B26-647F6D8E2DFD}" type="pres">
      <dgm:prSet presAssocID="{51F94810-E4DA-42B7-9C00-F837F9E53C07}" presName="text" presStyleLbl="fgAcc0" presStyleIdx="1" presStyleCnt="2">
        <dgm:presLayoutVars>
          <dgm:chPref val="3"/>
        </dgm:presLayoutVars>
      </dgm:prSet>
      <dgm:spPr/>
    </dgm:pt>
    <dgm:pt modelId="{D778A8FC-4281-4B9D-B5C0-8C4A9390416B}" type="pres">
      <dgm:prSet presAssocID="{51F94810-E4DA-42B7-9C00-F837F9E53C07}" presName="hierChild2" presStyleCnt="0"/>
      <dgm:spPr/>
    </dgm:pt>
  </dgm:ptLst>
  <dgm:cxnLst>
    <dgm:cxn modelId="{09563F4C-1B22-49C6-82E5-33B79CB04056}" srcId="{B0D34262-1700-4703-9B4F-2EEE30FD7A92}" destId="{51F94810-E4DA-42B7-9C00-F837F9E53C07}" srcOrd="1" destOrd="0" parTransId="{0E9B30B6-C493-4031-8BAB-74DD646C0C4F}" sibTransId="{8C4D7E87-AF6A-4617-B388-6D8DBF241EF7}"/>
    <dgm:cxn modelId="{D2614B80-016F-4546-A5E1-F1A174DEB415}" srcId="{B0D34262-1700-4703-9B4F-2EEE30FD7A92}" destId="{C28F7901-272F-49E6-A899-C8A575091F68}" srcOrd="0" destOrd="0" parTransId="{F939ADAF-AE7E-4CAB-A684-B55BB4CB8FB8}" sibTransId="{112254C7-2B2C-4A61-969D-7CF110D25F47}"/>
    <dgm:cxn modelId="{B574AECC-18CC-43AF-873D-C1479871EC5A}" type="presOf" srcId="{51F94810-E4DA-42B7-9C00-F837F9E53C07}" destId="{F36839AF-7F23-482A-9B26-647F6D8E2DFD}" srcOrd="0" destOrd="0" presId="urn:microsoft.com/office/officeart/2005/8/layout/hierarchy1"/>
    <dgm:cxn modelId="{832394CE-A627-40BD-8D01-49BDABC71C69}" type="presOf" srcId="{C28F7901-272F-49E6-A899-C8A575091F68}" destId="{CB1E4E20-9F7C-4408-9182-7436EF40F552}" srcOrd="0" destOrd="0" presId="urn:microsoft.com/office/officeart/2005/8/layout/hierarchy1"/>
    <dgm:cxn modelId="{F2967BF0-8B04-4D03-9D55-FA0595C5D719}" type="presOf" srcId="{B0D34262-1700-4703-9B4F-2EEE30FD7A92}" destId="{1865D88B-0D53-4F69-BFBF-F0FACBE9903A}" srcOrd="0" destOrd="0" presId="urn:microsoft.com/office/officeart/2005/8/layout/hierarchy1"/>
    <dgm:cxn modelId="{1412FE5B-EC05-4181-8426-F20D5F3C53FB}" type="presParOf" srcId="{1865D88B-0D53-4F69-BFBF-F0FACBE9903A}" destId="{F2A2E295-9CDC-4E0D-B36B-8A5939AA08C9}" srcOrd="0" destOrd="0" presId="urn:microsoft.com/office/officeart/2005/8/layout/hierarchy1"/>
    <dgm:cxn modelId="{CC9B17D7-B3CC-4A66-AB3F-C3C351E5A120}" type="presParOf" srcId="{F2A2E295-9CDC-4E0D-B36B-8A5939AA08C9}" destId="{15732BA9-6D6A-4130-AE3D-434D723FF3E5}" srcOrd="0" destOrd="0" presId="urn:microsoft.com/office/officeart/2005/8/layout/hierarchy1"/>
    <dgm:cxn modelId="{05C2AE17-7EE9-43A0-9D89-BD766A5FF2D8}" type="presParOf" srcId="{15732BA9-6D6A-4130-AE3D-434D723FF3E5}" destId="{D9039E03-D000-4258-B046-3D69D73210E3}" srcOrd="0" destOrd="0" presId="urn:microsoft.com/office/officeart/2005/8/layout/hierarchy1"/>
    <dgm:cxn modelId="{0CEC4F51-CA89-46DE-9AEC-E27615D281DC}" type="presParOf" srcId="{15732BA9-6D6A-4130-AE3D-434D723FF3E5}" destId="{CB1E4E20-9F7C-4408-9182-7436EF40F552}" srcOrd="1" destOrd="0" presId="urn:microsoft.com/office/officeart/2005/8/layout/hierarchy1"/>
    <dgm:cxn modelId="{BDDF520D-3CD6-4874-AD68-F454C06D2349}" type="presParOf" srcId="{F2A2E295-9CDC-4E0D-B36B-8A5939AA08C9}" destId="{08AE7913-962D-4F7C-98A2-5557D987C2CD}" srcOrd="1" destOrd="0" presId="urn:microsoft.com/office/officeart/2005/8/layout/hierarchy1"/>
    <dgm:cxn modelId="{EDC7C337-71A6-427D-9BB4-41E0E3D7FE5F}" type="presParOf" srcId="{1865D88B-0D53-4F69-BFBF-F0FACBE9903A}" destId="{5232EBC0-97C8-44EC-A76E-FF8BD0B3D375}" srcOrd="1" destOrd="0" presId="urn:microsoft.com/office/officeart/2005/8/layout/hierarchy1"/>
    <dgm:cxn modelId="{1260DE43-9FEB-42B0-A314-72FECAE448F8}" type="presParOf" srcId="{5232EBC0-97C8-44EC-A76E-FF8BD0B3D375}" destId="{EBD37C5D-1688-45E4-98A0-AA56FB3404F9}" srcOrd="0" destOrd="0" presId="urn:microsoft.com/office/officeart/2005/8/layout/hierarchy1"/>
    <dgm:cxn modelId="{20957290-05C7-4CCD-B859-1D2BD6FC8189}" type="presParOf" srcId="{EBD37C5D-1688-45E4-98A0-AA56FB3404F9}" destId="{8B205B12-0AD7-46D2-AC4C-69FA3DB9138F}" srcOrd="0" destOrd="0" presId="urn:microsoft.com/office/officeart/2005/8/layout/hierarchy1"/>
    <dgm:cxn modelId="{402A33D9-187F-4518-ACF2-C903C7189C6D}" type="presParOf" srcId="{EBD37C5D-1688-45E4-98A0-AA56FB3404F9}" destId="{F36839AF-7F23-482A-9B26-647F6D8E2DFD}" srcOrd="1" destOrd="0" presId="urn:microsoft.com/office/officeart/2005/8/layout/hierarchy1"/>
    <dgm:cxn modelId="{6A09E54D-BD26-40B3-86F6-CA1BAE647F25}" type="presParOf" srcId="{5232EBC0-97C8-44EC-A76E-FF8BD0B3D375}" destId="{D778A8FC-4281-4B9D-B5C0-8C4A9390416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5F1B8C-C993-499D-8B61-019BAA6C981D}" type="doc">
      <dgm:prSet loTypeId="urn:microsoft.com/office/officeart/2005/8/layout/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1BF3F04-8034-409F-BD0D-AA6F20D40EB6}">
      <dgm:prSet/>
      <dgm:spPr/>
      <dgm:t>
        <a:bodyPr/>
        <a:lstStyle/>
        <a:p>
          <a:r>
            <a:rPr lang="en-US"/>
            <a:t>Detectar cuellos de botella</a:t>
          </a:r>
        </a:p>
      </dgm:t>
    </dgm:pt>
    <dgm:pt modelId="{0D804BD1-CAAA-48C0-9164-710B8A6E0F7F}" type="parTrans" cxnId="{331A8833-82F2-44FA-B96D-D447C98FB63D}">
      <dgm:prSet/>
      <dgm:spPr/>
      <dgm:t>
        <a:bodyPr/>
        <a:lstStyle/>
        <a:p>
          <a:endParaRPr lang="en-US"/>
        </a:p>
      </dgm:t>
    </dgm:pt>
    <dgm:pt modelId="{917DA259-713A-4F71-9C46-814050E8565F}" type="sibTrans" cxnId="{331A8833-82F2-44FA-B96D-D447C98FB63D}">
      <dgm:prSet/>
      <dgm:spPr/>
      <dgm:t>
        <a:bodyPr/>
        <a:lstStyle/>
        <a:p>
          <a:endParaRPr lang="en-US"/>
        </a:p>
      </dgm:t>
    </dgm:pt>
    <dgm:pt modelId="{618233F7-561F-435F-9675-0E793CAA98D1}">
      <dgm:prSet/>
      <dgm:spPr/>
      <dgm:t>
        <a:bodyPr/>
        <a:lstStyle/>
        <a:p>
          <a:r>
            <a:rPr lang="en-US"/>
            <a:t>Optimizar recursos</a:t>
          </a:r>
        </a:p>
      </dgm:t>
    </dgm:pt>
    <dgm:pt modelId="{D140462E-139E-496D-90C0-DF20150433DF}" type="parTrans" cxnId="{5992F44A-CA67-48ED-8DA1-E5171A1D22BC}">
      <dgm:prSet/>
      <dgm:spPr/>
      <dgm:t>
        <a:bodyPr/>
        <a:lstStyle/>
        <a:p>
          <a:endParaRPr lang="en-US"/>
        </a:p>
      </dgm:t>
    </dgm:pt>
    <dgm:pt modelId="{C1AA183B-8002-42B6-B07F-AB43CF7FBD2F}" type="sibTrans" cxnId="{5992F44A-CA67-48ED-8DA1-E5171A1D22BC}">
      <dgm:prSet/>
      <dgm:spPr/>
      <dgm:t>
        <a:bodyPr/>
        <a:lstStyle/>
        <a:p>
          <a:endParaRPr lang="en-US"/>
        </a:p>
      </dgm:t>
    </dgm:pt>
    <dgm:pt modelId="{6D17C960-3E82-46C4-96B6-568C5E7345B7}">
      <dgm:prSet/>
      <dgm:spPr/>
      <dgm:t>
        <a:bodyPr/>
        <a:lstStyle/>
        <a:p>
          <a:r>
            <a:rPr lang="en-US"/>
            <a:t>Garantizar SLA (Acuerdos de Nivel de Servicio)</a:t>
          </a:r>
        </a:p>
      </dgm:t>
    </dgm:pt>
    <dgm:pt modelId="{E39ED3EA-E395-4B17-ADAF-7DF2DE8FB544}" type="parTrans" cxnId="{F0CFCA96-F15C-45B4-BBB4-CD7327174ED5}">
      <dgm:prSet/>
      <dgm:spPr/>
      <dgm:t>
        <a:bodyPr/>
        <a:lstStyle/>
        <a:p>
          <a:endParaRPr lang="en-US"/>
        </a:p>
      </dgm:t>
    </dgm:pt>
    <dgm:pt modelId="{F1845EDF-6C28-4FB5-AFF3-EAC0A874E4F2}" type="sibTrans" cxnId="{F0CFCA96-F15C-45B4-BBB4-CD7327174ED5}">
      <dgm:prSet/>
      <dgm:spPr/>
      <dgm:t>
        <a:bodyPr/>
        <a:lstStyle/>
        <a:p>
          <a:endParaRPr lang="en-US"/>
        </a:p>
      </dgm:t>
    </dgm:pt>
    <dgm:pt modelId="{A72CB7C1-215D-42DC-8DA7-BCA3DFBC9810}">
      <dgm:prSet/>
      <dgm:spPr/>
      <dgm:t>
        <a:bodyPr/>
        <a:lstStyle/>
        <a:p>
          <a:r>
            <a:rPr lang="en-US"/>
            <a:t>Evaluar la eficiencia del sistema</a:t>
          </a:r>
        </a:p>
      </dgm:t>
    </dgm:pt>
    <dgm:pt modelId="{8D8D9423-C97B-4EC2-A67F-3153A17BC39D}" type="parTrans" cxnId="{D52222E4-6889-48B0-8B61-780F42C66EA3}">
      <dgm:prSet/>
      <dgm:spPr/>
      <dgm:t>
        <a:bodyPr/>
        <a:lstStyle/>
        <a:p>
          <a:endParaRPr lang="en-US"/>
        </a:p>
      </dgm:t>
    </dgm:pt>
    <dgm:pt modelId="{1704A5F2-B7B6-4620-8065-CAB7873B9D24}" type="sibTrans" cxnId="{D52222E4-6889-48B0-8B61-780F42C66EA3}">
      <dgm:prSet/>
      <dgm:spPr/>
      <dgm:t>
        <a:bodyPr/>
        <a:lstStyle/>
        <a:p>
          <a:endParaRPr lang="en-US"/>
        </a:p>
      </dgm:t>
    </dgm:pt>
    <dgm:pt modelId="{54D1423D-46A1-4E3F-95AB-AC3E22A6479F}" type="pres">
      <dgm:prSet presAssocID="{935F1B8C-C993-499D-8B61-019BAA6C981D}" presName="diagram" presStyleCnt="0">
        <dgm:presLayoutVars>
          <dgm:dir/>
          <dgm:resizeHandles val="exact"/>
        </dgm:presLayoutVars>
      </dgm:prSet>
      <dgm:spPr/>
    </dgm:pt>
    <dgm:pt modelId="{A12B9012-D451-4C72-9A1A-78ECC0296452}" type="pres">
      <dgm:prSet presAssocID="{51BF3F04-8034-409F-BD0D-AA6F20D40EB6}" presName="node" presStyleLbl="node1" presStyleIdx="0" presStyleCnt="4">
        <dgm:presLayoutVars>
          <dgm:bulletEnabled val="1"/>
        </dgm:presLayoutVars>
      </dgm:prSet>
      <dgm:spPr/>
    </dgm:pt>
    <dgm:pt modelId="{0DD0E863-45EB-41AF-83B0-D10DD45FD5BD}" type="pres">
      <dgm:prSet presAssocID="{917DA259-713A-4F71-9C46-814050E8565F}" presName="sibTrans" presStyleLbl="sibTrans2D1" presStyleIdx="0" presStyleCnt="3"/>
      <dgm:spPr/>
    </dgm:pt>
    <dgm:pt modelId="{D3CDF047-6E84-4485-9874-C4565C596A25}" type="pres">
      <dgm:prSet presAssocID="{917DA259-713A-4F71-9C46-814050E8565F}" presName="connectorText" presStyleLbl="sibTrans2D1" presStyleIdx="0" presStyleCnt="3"/>
      <dgm:spPr/>
    </dgm:pt>
    <dgm:pt modelId="{322ECDF4-E355-4547-AFF1-E69BCCD13D2E}" type="pres">
      <dgm:prSet presAssocID="{618233F7-561F-435F-9675-0E793CAA98D1}" presName="node" presStyleLbl="node1" presStyleIdx="1" presStyleCnt="4">
        <dgm:presLayoutVars>
          <dgm:bulletEnabled val="1"/>
        </dgm:presLayoutVars>
      </dgm:prSet>
      <dgm:spPr/>
    </dgm:pt>
    <dgm:pt modelId="{EEBB91D3-E00C-4632-A70A-C0D7175A50EE}" type="pres">
      <dgm:prSet presAssocID="{C1AA183B-8002-42B6-B07F-AB43CF7FBD2F}" presName="sibTrans" presStyleLbl="sibTrans2D1" presStyleIdx="1" presStyleCnt="3"/>
      <dgm:spPr/>
    </dgm:pt>
    <dgm:pt modelId="{8572E4B3-BD23-4009-913F-0E07B0A7C273}" type="pres">
      <dgm:prSet presAssocID="{C1AA183B-8002-42B6-B07F-AB43CF7FBD2F}" presName="connectorText" presStyleLbl="sibTrans2D1" presStyleIdx="1" presStyleCnt="3"/>
      <dgm:spPr/>
    </dgm:pt>
    <dgm:pt modelId="{F4777245-731B-463C-A262-61AFC2AA642F}" type="pres">
      <dgm:prSet presAssocID="{6D17C960-3E82-46C4-96B6-568C5E7345B7}" presName="node" presStyleLbl="node1" presStyleIdx="2" presStyleCnt="4">
        <dgm:presLayoutVars>
          <dgm:bulletEnabled val="1"/>
        </dgm:presLayoutVars>
      </dgm:prSet>
      <dgm:spPr/>
    </dgm:pt>
    <dgm:pt modelId="{DB96C952-1264-4C00-8679-83FD5E3E0871}" type="pres">
      <dgm:prSet presAssocID="{F1845EDF-6C28-4FB5-AFF3-EAC0A874E4F2}" presName="sibTrans" presStyleLbl="sibTrans2D1" presStyleIdx="2" presStyleCnt="3"/>
      <dgm:spPr/>
    </dgm:pt>
    <dgm:pt modelId="{E61AF74D-80A6-44EB-B9D8-BF4A85581BBF}" type="pres">
      <dgm:prSet presAssocID="{F1845EDF-6C28-4FB5-AFF3-EAC0A874E4F2}" presName="connectorText" presStyleLbl="sibTrans2D1" presStyleIdx="2" presStyleCnt="3"/>
      <dgm:spPr/>
    </dgm:pt>
    <dgm:pt modelId="{9AB32413-53CD-4359-98C5-02A3D8FE5615}" type="pres">
      <dgm:prSet presAssocID="{A72CB7C1-215D-42DC-8DA7-BCA3DFBC9810}" presName="node" presStyleLbl="node1" presStyleIdx="3" presStyleCnt="4">
        <dgm:presLayoutVars>
          <dgm:bulletEnabled val="1"/>
        </dgm:presLayoutVars>
      </dgm:prSet>
      <dgm:spPr/>
    </dgm:pt>
  </dgm:ptLst>
  <dgm:cxnLst>
    <dgm:cxn modelId="{F6F1B911-CE0C-44A0-8EEF-134AE49D9A52}" type="presOf" srcId="{C1AA183B-8002-42B6-B07F-AB43CF7FBD2F}" destId="{8572E4B3-BD23-4009-913F-0E07B0A7C273}" srcOrd="1" destOrd="0" presId="urn:microsoft.com/office/officeart/2005/8/layout/process5"/>
    <dgm:cxn modelId="{331A8833-82F2-44FA-B96D-D447C98FB63D}" srcId="{935F1B8C-C993-499D-8B61-019BAA6C981D}" destId="{51BF3F04-8034-409F-BD0D-AA6F20D40EB6}" srcOrd="0" destOrd="0" parTransId="{0D804BD1-CAAA-48C0-9164-710B8A6E0F7F}" sibTransId="{917DA259-713A-4F71-9C46-814050E8565F}"/>
    <dgm:cxn modelId="{AA81513F-4BDA-45A0-B8B2-95BF5E89DB76}" type="presOf" srcId="{618233F7-561F-435F-9675-0E793CAA98D1}" destId="{322ECDF4-E355-4547-AFF1-E69BCCD13D2E}" srcOrd="0" destOrd="0" presId="urn:microsoft.com/office/officeart/2005/8/layout/process5"/>
    <dgm:cxn modelId="{B97E394A-501C-4F55-8973-3C336D80F096}" type="presOf" srcId="{F1845EDF-6C28-4FB5-AFF3-EAC0A874E4F2}" destId="{DB96C952-1264-4C00-8679-83FD5E3E0871}" srcOrd="0" destOrd="0" presId="urn:microsoft.com/office/officeart/2005/8/layout/process5"/>
    <dgm:cxn modelId="{5992F44A-CA67-48ED-8DA1-E5171A1D22BC}" srcId="{935F1B8C-C993-499D-8B61-019BAA6C981D}" destId="{618233F7-561F-435F-9675-0E793CAA98D1}" srcOrd="1" destOrd="0" parTransId="{D140462E-139E-496D-90C0-DF20150433DF}" sibTransId="{C1AA183B-8002-42B6-B07F-AB43CF7FBD2F}"/>
    <dgm:cxn modelId="{A7BA237C-122E-4577-9F8A-4C3A1D13D604}" type="presOf" srcId="{A72CB7C1-215D-42DC-8DA7-BCA3DFBC9810}" destId="{9AB32413-53CD-4359-98C5-02A3D8FE5615}" srcOrd="0" destOrd="0" presId="urn:microsoft.com/office/officeart/2005/8/layout/process5"/>
    <dgm:cxn modelId="{F0CFCA96-F15C-45B4-BBB4-CD7327174ED5}" srcId="{935F1B8C-C993-499D-8B61-019BAA6C981D}" destId="{6D17C960-3E82-46C4-96B6-568C5E7345B7}" srcOrd="2" destOrd="0" parTransId="{E39ED3EA-E395-4B17-ADAF-7DF2DE8FB544}" sibTransId="{F1845EDF-6C28-4FB5-AFF3-EAC0A874E4F2}"/>
    <dgm:cxn modelId="{95CAF1B2-C430-47E5-9400-CE77419026FC}" type="presOf" srcId="{51BF3F04-8034-409F-BD0D-AA6F20D40EB6}" destId="{A12B9012-D451-4C72-9A1A-78ECC0296452}" srcOrd="0" destOrd="0" presId="urn:microsoft.com/office/officeart/2005/8/layout/process5"/>
    <dgm:cxn modelId="{15120EBF-1B42-45E2-9ED1-BA118377AFA4}" type="presOf" srcId="{917DA259-713A-4F71-9C46-814050E8565F}" destId="{0DD0E863-45EB-41AF-83B0-D10DD45FD5BD}" srcOrd="0" destOrd="0" presId="urn:microsoft.com/office/officeart/2005/8/layout/process5"/>
    <dgm:cxn modelId="{E9A3CDC6-D8FE-491A-A6F3-3ED304B7D1C7}" type="presOf" srcId="{C1AA183B-8002-42B6-B07F-AB43CF7FBD2F}" destId="{EEBB91D3-E00C-4632-A70A-C0D7175A50EE}" srcOrd="0" destOrd="0" presId="urn:microsoft.com/office/officeart/2005/8/layout/process5"/>
    <dgm:cxn modelId="{10F0F5CA-A325-4511-88AA-0B6DECD2BDF8}" type="presOf" srcId="{917DA259-713A-4F71-9C46-814050E8565F}" destId="{D3CDF047-6E84-4485-9874-C4565C596A25}" srcOrd="1" destOrd="0" presId="urn:microsoft.com/office/officeart/2005/8/layout/process5"/>
    <dgm:cxn modelId="{E3233DD9-D2B5-4FBA-9AA2-F78DA1DA06D1}" type="presOf" srcId="{6D17C960-3E82-46C4-96B6-568C5E7345B7}" destId="{F4777245-731B-463C-A262-61AFC2AA642F}" srcOrd="0" destOrd="0" presId="urn:microsoft.com/office/officeart/2005/8/layout/process5"/>
    <dgm:cxn modelId="{D52222E4-6889-48B0-8B61-780F42C66EA3}" srcId="{935F1B8C-C993-499D-8B61-019BAA6C981D}" destId="{A72CB7C1-215D-42DC-8DA7-BCA3DFBC9810}" srcOrd="3" destOrd="0" parTransId="{8D8D9423-C97B-4EC2-A67F-3153A17BC39D}" sibTransId="{1704A5F2-B7B6-4620-8065-CAB7873B9D24}"/>
    <dgm:cxn modelId="{99C85DE6-FC92-4314-A6EF-BC05500DB941}" type="presOf" srcId="{935F1B8C-C993-499D-8B61-019BAA6C981D}" destId="{54D1423D-46A1-4E3F-95AB-AC3E22A6479F}" srcOrd="0" destOrd="0" presId="urn:microsoft.com/office/officeart/2005/8/layout/process5"/>
    <dgm:cxn modelId="{865EBCE9-6BE7-4B8E-8B73-46B436C22122}" type="presOf" srcId="{F1845EDF-6C28-4FB5-AFF3-EAC0A874E4F2}" destId="{E61AF74D-80A6-44EB-B9D8-BF4A85581BBF}" srcOrd="1" destOrd="0" presId="urn:microsoft.com/office/officeart/2005/8/layout/process5"/>
    <dgm:cxn modelId="{0226CDD6-AC8C-4EB5-B848-EF686774888C}" type="presParOf" srcId="{54D1423D-46A1-4E3F-95AB-AC3E22A6479F}" destId="{A12B9012-D451-4C72-9A1A-78ECC0296452}" srcOrd="0" destOrd="0" presId="urn:microsoft.com/office/officeart/2005/8/layout/process5"/>
    <dgm:cxn modelId="{CAC02B97-9192-4956-94FF-6D578DF27789}" type="presParOf" srcId="{54D1423D-46A1-4E3F-95AB-AC3E22A6479F}" destId="{0DD0E863-45EB-41AF-83B0-D10DD45FD5BD}" srcOrd="1" destOrd="0" presId="urn:microsoft.com/office/officeart/2005/8/layout/process5"/>
    <dgm:cxn modelId="{6BF1AF2C-48B6-4866-B76E-CBC6707EC016}" type="presParOf" srcId="{0DD0E863-45EB-41AF-83B0-D10DD45FD5BD}" destId="{D3CDF047-6E84-4485-9874-C4565C596A25}" srcOrd="0" destOrd="0" presId="urn:microsoft.com/office/officeart/2005/8/layout/process5"/>
    <dgm:cxn modelId="{AFE2F5FA-2888-4079-A3EA-88F369CC0790}" type="presParOf" srcId="{54D1423D-46A1-4E3F-95AB-AC3E22A6479F}" destId="{322ECDF4-E355-4547-AFF1-E69BCCD13D2E}" srcOrd="2" destOrd="0" presId="urn:microsoft.com/office/officeart/2005/8/layout/process5"/>
    <dgm:cxn modelId="{3008A8DF-E86D-468B-B937-5BF8B856DB11}" type="presParOf" srcId="{54D1423D-46A1-4E3F-95AB-AC3E22A6479F}" destId="{EEBB91D3-E00C-4632-A70A-C0D7175A50EE}" srcOrd="3" destOrd="0" presId="urn:microsoft.com/office/officeart/2005/8/layout/process5"/>
    <dgm:cxn modelId="{8334E6E9-D47C-418F-B7A1-7A1B3480BFA3}" type="presParOf" srcId="{EEBB91D3-E00C-4632-A70A-C0D7175A50EE}" destId="{8572E4B3-BD23-4009-913F-0E07B0A7C273}" srcOrd="0" destOrd="0" presId="urn:microsoft.com/office/officeart/2005/8/layout/process5"/>
    <dgm:cxn modelId="{6EF78CBF-1D9F-4137-9F4B-F908287061A2}" type="presParOf" srcId="{54D1423D-46A1-4E3F-95AB-AC3E22A6479F}" destId="{F4777245-731B-463C-A262-61AFC2AA642F}" srcOrd="4" destOrd="0" presId="urn:microsoft.com/office/officeart/2005/8/layout/process5"/>
    <dgm:cxn modelId="{4CF23961-618E-40F2-9688-5DF187C78B3D}" type="presParOf" srcId="{54D1423D-46A1-4E3F-95AB-AC3E22A6479F}" destId="{DB96C952-1264-4C00-8679-83FD5E3E0871}" srcOrd="5" destOrd="0" presId="urn:microsoft.com/office/officeart/2005/8/layout/process5"/>
    <dgm:cxn modelId="{E1F5622C-6992-4B71-ABE2-05BD32DE9D2A}" type="presParOf" srcId="{DB96C952-1264-4C00-8679-83FD5E3E0871}" destId="{E61AF74D-80A6-44EB-B9D8-BF4A85581BBF}" srcOrd="0" destOrd="0" presId="urn:microsoft.com/office/officeart/2005/8/layout/process5"/>
    <dgm:cxn modelId="{7746FA88-2F1C-4D26-B2DA-FDFB180EC494}" type="presParOf" srcId="{54D1423D-46A1-4E3F-95AB-AC3E22A6479F}" destId="{9AB32413-53CD-4359-98C5-02A3D8FE5615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7B5BF9-76AC-4B36-AF7F-08783187C18F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1AA826A-72B8-448A-9E01-7FAC1DAE7E12}">
      <dgm:prSet/>
      <dgm:spPr/>
      <dgm:t>
        <a:bodyPr/>
        <a:lstStyle/>
        <a:p>
          <a:r>
            <a:rPr lang="en-US"/>
            <a:t>1. Tiempo de respuesta</a:t>
          </a:r>
        </a:p>
      </dgm:t>
    </dgm:pt>
    <dgm:pt modelId="{F320D9EA-A746-43D7-9E04-6CF5AE22060E}" type="parTrans" cxnId="{AB21D3DF-A344-4B72-8F58-965F933B5C57}">
      <dgm:prSet/>
      <dgm:spPr/>
      <dgm:t>
        <a:bodyPr/>
        <a:lstStyle/>
        <a:p>
          <a:endParaRPr lang="en-US"/>
        </a:p>
      </dgm:t>
    </dgm:pt>
    <dgm:pt modelId="{27050915-3B5A-4F46-8772-D74B2D55B144}" type="sibTrans" cxnId="{AB21D3DF-A344-4B72-8F58-965F933B5C57}">
      <dgm:prSet/>
      <dgm:spPr/>
      <dgm:t>
        <a:bodyPr/>
        <a:lstStyle/>
        <a:p>
          <a:endParaRPr lang="en-US"/>
        </a:p>
      </dgm:t>
    </dgm:pt>
    <dgm:pt modelId="{C41D5A49-5D3F-4453-BB3E-D956705FA5C1}">
      <dgm:prSet/>
      <dgm:spPr/>
      <dgm:t>
        <a:bodyPr/>
        <a:lstStyle/>
        <a:p>
          <a:r>
            <a:rPr lang="en-US"/>
            <a:t>2. Throughput (transacciones por segundo)</a:t>
          </a:r>
        </a:p>
      </dgm:t>
    </dgm:pt>
    <dgm:pt modelId="{2FA96476-D3A4-4165-A10B-8467F42C4AD7}" type="parTrans" cxnId="{7C053C35-1A30-49B3-826E-9E2A2DA43535}">
      <dgm:prSet/>
      <dgm:spPr/>
      <dgm:t>
        <a:bodyPr/>
        <a:lstStyle/>
        <a:p>
          <a:endParaRPr lang="en-US"/>
        </a:p>
      </dgm:t>
    </dgm:pt>
    <dgm:pt modelId="{D36E4341-A1D8-469B-8928-44884A6DD830}" type="sibTrans" cxnId="{7C053C35-1A30-49B3-826E-9E2A2DA43535}">
      <dgm:prSet/>
      <dgm:spPr/>
      <dgm:t>
        <a:bodyPr/>
        <a:lstStyle/>
        <a:p>
          <a:endParaRPr lang="en-US"/>
        </a:p>
      </dgm:t>
    </dgm:pt>
    <dgm:pt modelId="{5286F617-C7CA-42E8-829E-E6B508584372}">
      <dgm:prSet/>
      <dgm:spPr/>
      <dgm:t>
        <a:bodyPr/>
        <a:lstStyle/>
        <a:p>
          <a:r>
            <a:rPr lang="en-US"/>
            <a:t>3. Uso de CPU y memoria</a:t>
          </a:r>
        </a:p>
      </dgm:t>
    </dgm:pt>
    <dgm:pt modelId="{ECE31FBE-2BB8-4D27-970E-D3A0ADC7A19F}" type="parTrans" cxnId="{4970CF4A-8909-47F2-9A9B-EDDB5066A5E8}">
      <dgm:prSet/>
      <dgm:spPr/>
      <dgm:t>
        <a:bodyPr/>
        <a:lstStyle/>
        <a:p>
          <a:endParaRPr lang="en-US"/>
        </a:p>
      </dgm:t>
    </dgm:pt>
    <dgm:pt modelId="{7915A13A-AC14-4A7A-A7AC-3BF1DEDB85D6}" type="sibTrans" cxnId="{4970CF4A-8909-47F2-9A9B-EDDB5066A5E8}">
      <dgm:prSet/>
      <dgm:spPr/>
      <dgm:t>
        <a:bodyPr/>
        <a:lstStyle/>
        <a:p>
          <a:endParaRPr lang="en-US"/>
        </a:p>
      </dgm:t>
    </dgm:pt>
    <dgm:pt modelId="{297055BC-7AFB-4585-8EFD-E36EE027652D}">
      <dgm:prSet/>
      <dgm:spPr/>
      <dgm:t>
        <a:bodyPr/>
        <a:lstStyle/>
        <a:p>
          <a:r>
            <a:rPr lang="en-US"/>
            <a:t>4. Latencia</a:t>
          </a:r>
        </a:p>
      </dgm:t>
    </dgm:pt>
    <dgm:pt modelId="{673DCBD5-9133-4CC0-89E4-A1F14B693AE7}" type="parTrans" cxnId="{190988BF-4267-4E19-80BE-E670DB62C5DB}">
      <dgm:prSet/>
      <dgm:spPr/>
      <dgm:t>
        <a:bodyPr/>
        <a:lstStyle/>
        <a:p>
          <a:endParaRPr lang="en-US"/>
        </a:p>
      </dgm:t>
    </dgm:pt>
    <dgm:pt modelId="{41F1235F-F2DC-4F39-AD94-61912F4CB5E2}" type="sibTrans" cxnId="{190988BF-4267-4E19-80BE-E670DB62C5DB}">
      <dgm:prSet/>
      <dgm:spPr/>
      <dgm:t>
        <a:bodyPr/>
        <a:lstStyle/>
        <a:p>
          <a:endParaRPr lang="en-US"/>
        </a:p>
      </dgm:t>
    </dgm:pt>
    <dgm:pt modelId="{8E39E1C9-E100-4688-BA19-A521BE921D05}">
      <dgm:prSet/>
      <dgm:spPr/>
      <dgm:t>
        <a:bodyPr/>
        <a:lstStyle/>
        <a:p>
          <a:r>
            <a:rPr lang="en-US"/>
            <a:t>5. Disponibilidad y uptime</a:t>
          </a:r>
        </a:p>
      </dgm:t>
    </dgm:pt>
    <dgm:pt modelId="{721FB30A-B19B-451A-81B7-1358BAF1D5C2}" type="parTrans" cxnId="{6A8D25BA-802E-4892-83D1-BEFE45127830}">
      <dgm:prSet/>
      <dgm:spPr/>
      <dgm:t>
        <a:bodyPr/>
        <a:lstStyle/>
        <a:p>
          <a:endParaRPr lang="en-US"/>
        </a:p>
      </dgm:t>
    </dgm:pt>
    <dgm:pt modelId="{02C06039-4317-41A1-A753-24DC2D7F0D2D}" type="sibTrans" cxnId="{6A8D25BA-802E-4892-83D1-BEFE45127830}">
      <dgm:prSet/>
      <dgm:spPr/>
      <dgm:t>
        <a:bodyPr/>
        <a:lstStyle/>
        <a:p>
          <a:endParaRPr lang="en-US"/>
        </a:p>
      </dgm:t>
    </dgm:pt>
    <dgm:pt modelId="{1AF8AC79-3693-44AC-B44D-6987A3B6BC43}">
      <dgm:prSet/>
      <dgm:spPr/>
      <dgm:t>
        <a:bodyPr/>
        <a:lstStyle/>
        <a:p>
          <a:r>
            <a:rPr lang="en-US"/>
            <a:t>6. MTBF y MTTR</a:t>
          </a:r>
        </a:p>
      </dgm:t>
    </dgm:pt>
    <dgm:pt modelId="{44C7F1C4-1DF1-4805-9EDD-15365A015B74}" type="parTrans" cxnId="{78309351-448C-41D1-A503-AA078BC33512}">
      <dgm:prSet/>
      <dgm:spPr/>
      <dgm:t>
        <a:bodyPr/>
        <a:lstStyle/>
        <a:p>
          <a:endParaRPr lang="en-US"/>
        </a:p>
      </dgm:t>
    </dgm:pt>
    <dgm:pt modelId="{B90292FD-3F63-4E9D-B7F9-59B63AC9EC22}" type="sibTrans" cxnId="{78309351-448C-41D1-A503-AA078BC33512}">
      <dgm:prSet/>
      <dgm:spPr/>
      <dgm:t>
        <a:bodyPr/>
        <a:lstStyle/>
        <a:p>
          <a:endParaRPr lang="en-US"/>
        </a:p>
      </dgm:t>
    </dgm:pt>
    <dgm:pt modelId="{BDA91A55-DCFC-4380-8AD6-CDA2AE1893D1}" type="pres">
      <dgm:prSet presAssocID="{437B5BF9-76AC-4B36-AF7F-08783187C18F}" presName="diagram" presStyleCnt="0">
        <dgm:presLayoutVars>
          <dgm:dir/>
          <dgm:resizeHandles val="exact"/>
        </dgm:presLayoutVars>
      </dgm:prSet>
      <dgm:spPr/>
    </dgm:pt>
    <dgm:pt modelId="{038C55F0-4B29-490D-AF2A-7D61E11B36DB}" type="pres">
      <dgm:prSet presAssocID="{81AA826A-72B8-448A-9E01-7FAC1DAE7E12}" presName="node" presStyleLbl="node1" presStyleIdx="0" presStyleCnt="6">
        <dgm:presLayoutVars>
          <dgm:bulletEnabled val="1"/>
        </dgm:presLayoutVars>
      </dgm:prSet>
      <dgm:spPr/>
    </dgm:pt>
    <dgm:pt modelId="{ADB7E571-FF71-4E80-B9D2-A1424074F9C0}" type="pres">
      <dgm:prSet presAssocID="{27050915-3B5A-4F46-8772-D74B2D55B144}" presName="sibTrans" presStyleCnt="0"/>
      <dgm:spPr/>
    </dgm:pt>
    <dgm:pt modelId="{43FC5874-4F5F-4173-8BC3-A325F94CDC64}" type="pres">
      <dgm:prSet presAssocID="{C41D5A49-5D3F-4453-BB3E-D956705FA5C1}" presName="node" presStyleLbl="node1" presStyleIdx="1" presStyleCnt="6">
        <dgm:presLayoutVars>
          <dgm:bulletEnabled val="1"/>
        </dgm:presLayoutVars>
      </dgm:prSet>
      <dgm:spPr/>
    </dgm:pt>
    <dgm:pt modelId="{B9C975C6-305A-40F0-A429-6A26B7099807}" type="pres">
      <dgm:prSet presAssocID="{D36E4341-A1D8-469B-8928-44884A6DD830}" presName="sibTrans" presStyleCnt="0"/>
      <dgm:spPr/>
    </dgm:pt>
    <dgm:pt modelId="{8D190E5E-A949-4B03-91C2-70787A09FC24}" type="pres">
      <dgm:prSet presAssocID="{5286F617-C7CA-42E8-829E-E6B508584372}" presName="node" presStyleLbl="node1" presStyleIdx="2" presStyleCnt="6">
        <dgm:presLayoutVars>
          <dgm:bulletEnabled val="1"/>
        </dgm:presLayoutVars>
      </dgm:prSet>
      <dgm:spPr/>
    </dgm:pt>
    <dgm:pt modelId="{FBC5B60A-BC7A-4939-A794-70D2B0D9E3EF}" type="pres">
      <dgm:prSet presAssocID="{7915A13A-AC14-4A7A-A7AC-3BF1DEDB85D6}" presName="sibTrans" presStyleCnt="0"/>
      <dgm:spPr/>
    </dgm:pt>
    <dgm:pt modelId="{5E85BA27-5BBA-4BF5-A84E-14997BE2A9FF}" type="pres">
      <dgm:prSet presAssocID="{297055BC-7AFB-4585-8EFD-E36EE027652D}" presName="node" presStyleLbl="node1" presStyleIdx="3" presStyleCnt="6">
        <dgm:presLayoutVars>
          <dgm:bulletEnabled val="1"/>
        </dgm:presLayoutVars>
      </dgm:prSet>
      <dgm:spPr/>
    </dgm:pt>
    <dgm:pt modelId="{071E590B-0455-417B-94ED-AD8D9A7ED012}" type="pres">
      <dgm:prSet presAssocID="{41F1235F-F2DC-4F39-AD94-61912F4CB5E2}" presName="sibTrans" presStyleCnt="0"/>
      <dgm:spPr/>
    </dgm:pt>
    <dgm:pt modelId="{AB5D1E6A-49BD-4B3C-80AC-55CE2E6F2121}" type="pres">
      <dgm:prSet presAssocID="{8E39E1C9-E100-4688-BA19-A521BE921D05}" presName="node" presStyleLbl="node1" presStyleIdx="4" presStyleCnt="6">
        <dgm:presLayoutVars>
          <dgm:bulletEnabled val="1"/>
        </dgm:presLayoutVars>
      </dgm:prSet>
      <dgm:spPr/>
    </dgm:pt>
    <dgm:pt modelId="{16B5C905-770F-4305-A0D6-D2C379DAE732}" type="pres">
      <dgm:prSet presAssocID="{02C06039-4317-41A1-A753-24DC2D7F0D2D}" presName="sibTrans" presStyleCnt="0"/>
      <dgm:spPr/>
    </dgm:pt>
    <dgm:pt modelId="{25D871D9-2ACD-4B99-BFE2-CAAF1EB76646}" type="pres">
      <dgm:prSet presAssocID="{1AF8AC79-3693-44AC-B44D-6987A3B6BC43}" presName="node" presStyleLbl="node1" presStyleIdx="5" presStyleCnt="6">
        <dgm:presLayoutVars>
          <dgm:bulletEnabled val="1"/>
        </dgm:presLayoutVars>
      </dgm:prSet>
      <dgm:spPr/>
    </dgm:pt>
  </dgm:ptLst>
  <dgm:cxnLst>
    <dgm:cxn modelId="{7C053C35-1A30-49B3-826E-9E2A2DA43535}" srcId="{437B5BF9-76AC-4B36-AF7F-08783187C18F}" destId="{C41D5A49-5D3F-4453-BB3E-D956705FA5C1}" srcOrd="1" destOrd="0" parTransId="{2FA96476-D3A4-4165-A10B-8467F42C4AD7}" sibTransId="{D36E4341-A1D8-469B-8928-44884A6DD830}"/>
    <dgm:cxn modelId="{4970CF4A-8909-47F2-9A9B-EDDB5066A5E8}" srcId="{437B5BF9-76AC-4B36-AF7F-08783187C18F}" destId="{5286F617-C7CA-42E8-829E-E6B508584372}" srcOrd="2" destOrd="0" parTransId="{ECE31FBE-2BB8-4D27-970E-D3A0ADC7A19F}" sibTransId="{7915A13A-AC14-4A7A-A7AC-3BF1DEDB85D6}"/>
    <dgm:cxn modelId="{78309351-448C-41D1-A503-AA078BC33512}" srcId="{437B5BF9-76AC-4B36-AF7F-08783187C18F}" destId="{1AF8AC79-3693-44AC-B44D-6987A3B6BC43}" srcOrd="5" destOrd="0" parTransId="{44C7F1C4-1DF1-4805-9EDD-15365A015B74}" sibTransId="{B90292FD-3F63-4E9D-B7F9-59B63AC9EC22}"/>
    <dgm:cxn modelId="{AE70AB9D-D186-46C6-BA5F-5D395B1FADED}" type="presOf" srcId="{81AA826A-72B8-448A-9E01-7FAC1DAE7E12}" destId="{038C55F0-4B29-490D-AF2A-7D61E11B36DB}" srcOrd="0" destOrd="0" presId="urn:microsoft.com/office/officeart/2005/8/layout/default"/>
    <dgm:cxn modelId="{397EAFB3-792A-48B3-B8DC-6651F106115A}" type="presOf" srcId="{C41D5A49-5D3F-4453-BB3E-D956705FA5C1}" destId="{43FC5874-4F5F-4173-8BC3-A325F94CDC64}" srcOrd="0" destOrd="0" presId="urn:microsoft.com/office/officeart/2005/8/layout/default"/>
    <dgm:cxn modelId="{6A8D25BA-802E-4892-83D1-BEFE45127830}" srcId="{437B5BF9-76AC-4B36-AF7F-08783187C18F}" destId="{8E39E1C9-E100-4688-BA19-A521BE921D05}" srcOrd="4" destOrd="0" parTransId="{721FB30A-B19B-451A-81B7-1358BAF1D5C2}" sibTransId="{02C06039-4317-41A1-A753-24DC2D7F0D2D}"/>
    <dgm:cxn modelId="{190988BF-4267-4E19-80BE-E670DB62C5DB}" srcId="{437B5BF9-76AC-4B36-AF7F-08783187C18F}" destId="{297055BC-7AFB-4585-8EFD-E36EE027652D}" srcOrd="3" destOrd="0" parTransId="{673DCBD5-9133-4CC0-89E4-A1F14B693AE7}" sibTransId="{41F1235F-F2DC-4F39-AD94-61912F4CB5E2}"/>
    <dgm:cxn modelId="{C14230C1-09ED-44F6-A38C-06EB98CA19D7}" type="presOf" srcId="{1AF8AC79-3693-44AC-B44D-6987A3B6BC43}" destId="{25D871D9-2ACD-4B99-BFE2-CAAF1EB76646}" srcOrd="0" destOrd="0" presId="urn:microsoft.com/office/officeart/2005/8/layout/default"/>
    <dgm:cxn modelId="{327333C4-4FB8-4DE5-99DB-558E95E9714C}" type="presOf" srcId="{5286F617-C7CA-42E8-829E-E6B508584372}" destId="{8D190E5E-A949-4B03-91C2-70787A09FC24}" srcOrd="0" destOrd="0" presId="urn:microsoft.com/office/officeart/2005/8/layout/default"/>
    <dgm:cxn modelId="{9D810CC8-121E-4321-9FC9-F3C01065A538}" type="presOf" srcId="{437B5BF9-76AC-4B36-AF7F-08783187C18F}" destId="{BDA91A55-DCFC-4380-8AD6-CDA2AE1893D1}" srcOrd="0" destOrd="0" presId="urn:microsoft.com/office/officeart/2005/8/layout/default"/>
    <dgm:cxn modelId="{D3874CCB-A30B-4CF5-82E6-AF0282357F29}" type="presOf" srcId="{297055BC-7AFB-4585-8EFD-E36EE027652D}" destId="{5E85BA27-5BBA-4BF5-A84E-14997BE2A9FF}" srcOrd="0" destOrd="0" presId="urn:microsoft.com/office/officeart/2005/8/layout/default"/>
    <dgm:cxn modelId="{AB21D3DF-A344-4B72-8F58-965F933B5C57}" srcId="{437B5BF9-76AC-4B36-AF7F-08783187C18F}" destId="{81AA826A-72B8-448A-9E01-7FAC1DAE7E12}" srcOrd="0" destOrd="0" parTransId="{F320D9EA-A746-43D7-9E04-6CF5AE22060E}" sibTransId="{27050915-3B5A-4F46-8772-D74B2D55B144}"/>
    <dgm:cxn modelId="{B7E5CBF3-B590-4476-A979-A68A6A4BAD54}" type="presOf" srcId="{8E39E1C9-E100-4688-BA19-A521BE921D05}" destId="{AB5D1E6A-49BD-4B3C-80AC-55CE2E6F2121}" srcOrd="0" destOrd="0" presId="urn:microsoft.com/office/officeart/2005/8/layout/default"/>
    <dgm:cxn modelId="{FE6E7211-6986-453A-A8F3-F5AC974CA3E1}" type="presParOf" srcId="{BDA91A55-DCFC-4380-8AD6-CDA2AE1893D1}" destId="{038C55F0-4B29-490D-AF2A-7D61E11B36DB}" srcOrd="0" destOrd="0" presId="urn:microsoft.com/office/officeart/2005/8/layout/default"/>
    <dgm:cxn modelId="{D9FFB622-49A4-4037-906D-1C6B4038218E}" type="presParOf" srcId="{BDA91A55-DCFC-4380-8AD6-CDA2AE1893D1}" destId="{ADB7E571-FF71-4E80-B9D2-A1424074F9C0}" srcOrd="1" destOrd="0" presId="urn:microsoft.com/office/officeart/2005/8/layout/default"/>
    <dgm:cxn modelId="{65403212-1471-4BBD-93FA-C9E35E75C0F9}" type="presParOf" srcId="{BDA91A55-DCFC-4380-8AD6-CDA2AE1893D1}" destId="{43FC5874-4F5F-4173-8BC3-A325F94CDC64}" srcOrd="2" destOrd="0" presId="urn:microsoft.com/office/officeart/2005/8/layout/default"/>
    <dgm:cxn modelId="{40EDF0E1-5A1D-4F76-9340-9775DE938752}" type="presParOf" srcId="{BDA91A55-DCFC-4380-8AD6-CDA2AE1893D1}" destId="{B9C975C6-305A-40F0-A429-6A26B7099807}" srcOrd="3" destOrd="0" presId="urn:microsoft.com/office/officeart/2005/8/layout/default"/>
    <dgm:cxn modelId="{4CDC1E00-57A9-4A53-9745-5F428B209C77}" type="presParOf" srcId="{BDA91A55-DCFC-4380-8AD6-CDA2AE1893D1}" destId="{8D190E5E-A949-4B03-91C2-70787A09FC24}" srcOrd="4" destOrd="0" presId="urn:microsoft.com/office/officeart/2005/8/layout/default"/>
    <dgm:cxn modelId="{877477FC-CEFA-47D7-A14C-40589C21A646}" type="presParOf" srcId="{BDA91A55-DCFC-4380-8AD6-CDA2AE1893D1}" destId="{FBC5B60A-BC7A-4939-A794-70D2B0D9E3EF}" srcOrd="5" destOrd="0" presId="urn:microsoft.com/office/officeart/2005/8/layout/default"/>
    <dgm:cxn modelId="{BEE45CC9-935D-440A-A62D-99B0EBDFE175}" type="presParOf" srcId="{BDA91A55-DCFC-4380-8AD6-CDA2AE1893D1}" destId="{5E85BA27-5BBA-4BF5-A84E-14997BE2A9FF}" srcOrd="6" destOrd="0" presId="urn:microsoft.com/office/officeart/2005/8/layout/default"/>
    <dgm:cxn modelId="{89CE8717-8FFE-49A7-B719-8B59192EED99}" type="presParOf" srcId="{BDA91A55-DCFC-4380-8AD6-CDA2AE1893D1}" destId="{071E590B-0455-417B-94ED-AD8D9A7ED012}" srcOrd="7" destOrd="0" presId="urn:microsoft.com/office/officeart/2005/8/layout/default"/>
    <dgm:cxn modelId="{6B1B2A85-E850-49EF-852B-C76C737E5652}" type="presParOf" srcId="{BDA91A55-DCFC-4380-8AD6-CDA2AE1893D1}" destId="{AB5D1E6A-49BD-4B3C-80AC-55CE2E6F2121}" srcOrd="8" destOrd="0" presId="urn:microsoft.com/office/officeart/2005/8/layout/default"/>
    <dgm:cxn modelId="{BDF64FDD-600E-45B0-9921-17F8FBCEC45A}" type="presParOf" srcId="{BDA91A55-DCFC-4380-8AD6-CDA2AE1893D1}" destId="{16B5C905-770F-4305-A0D6-D2C379DAE732}" srcOrd="9" destOrd="0" presId="urn:microsoft.com/office/officeart/2005/8/layout/default"/>
    <dgm:cxn modelId="{DCA61043-A77F-4988-871B-444914C8D9F2}" type="presParOf" srcId="{BDA91A55-DCFC-4380-8AD6-CDA2AE1893D1}" destId="{25D871D9-2ACD-4B99-BFE2-CAAF1EB7664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213BD24-6D37-40E6-8B94-23776256F17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CD7F8F9-463C-4349-832F-55A738928E07}">
      <dgm:prSet/>
      <dgm:spPr/>
      <dgm:t>
        <a:bodyPr/>
        <a:lstStyle/>
        <a:p>
          <a:pPr>
            <a:defRPr cap="all"/>
          </a:pPr>
          <a:r>
            <a:rPr lang="en-US"/>
            <a:t>Tiempo que tarda el sistema en responder a una solicitud.</a:t>
          </a:r>
        </a:p>
      </dgm:t>
    </dgm:pt>
    <dgm:pt modelId="{BEB01EB5-F844-4DCE-80F6-48AE306DD1C5}" type="parTrans" cxnId="{93C36B72-4BB5-4157-8EEF-A75035091439}">
      <dgm:prSet/>
      <dgm:spPr/>
      <dgm:t>
        <a:bodyPr/>
        <a:lstStyle/>
        <a:p>
          <a:endParaRPr lang="en-US"/>
        </a:p>
      </dgm:t>
    </dgm:pt>
    <dgm:pt modelId="{7A52D3F7-BA2E-4143-AD52-1543744613D7}" type="sibTrans" cxnId="{93C36B72-4BB5-4157-8EEF-A75035091439}">
      <dgm:prSet/>
      <dgm:spPr/>
      <dgm:t>
        <a:bodyPr/>
        <a:lstStyle/>
        <a:p>
          <a:endParaRPr lang="en-US"/>
        </a:p>
      </dgm:t>
    </dgm:pt>
    <dgm:pt modelId="{C0B048D6-6989-42D4-9DBF-8F164C1CE033}">
      <dgm:prSet/>
      <dgm:spPr/>
      <dgm:t>
        <a:bodyPr/>
        <a:lstStyle/>
        <a:p>
          <a:pPr>
            <a:defRPr cap="all"/>
          </a:pPr>
          <a:r>
            <a:rPr lang="en-US"/>
            <a:t>Incluye procesamiento, red, y tiempo de espera.</a:t>
          </a:r>
        </a:p>
      </dgm:t>
    </dgm:pt>
    <dgm:pt modelId="{4E8882EF-9C1D-4363-BCA1-7EAE14BC4666}" type="parTrans" cxnId="{6E368962-F4B8-48EA-A784-3089CA8A1AFE}">
      <dgm:prSet/>
      <dgm:spPr/>
      <dgm:t>
        <a:bodyPr/>
        <a:lstStyle/>
        <a:p>
          <a:endParaRPr lang="en-US"/>
        </a:p>
      </dgm:t>
    </dgm:pt>
    <dgm:pt modelId="{C66330B1-6418-4E4B-BC6D-F205D6477816}" type="sibTrans" cxnId="{6E368962-F4B8-48EA-A784-3089CA8A1AFE}">
      <dgm:prSet/>
      <dgm:spPr/>
      <dgm:t>
        <a:bodyPr/>
        <a:lstStyle/>
        <a:p>
          <a:endParaRPr lang="en-US"/>
        </a:p>
      </dgm:t>
    </dgm:pt>
    <dgm:pt modelId="{5A7DAE48-4B62-40DD-B62B-DB8E1518D20E}">
      <dgm:prSet/>
      <dgm:spPr/>
      <dgm:t>
        <a:bodyPr/>
        <a:lstStyle/>
        <a:p>
          <a:pPr>
            <a:defRPr cap="all"/>
          </a:pPr>
          <a:r>
            <a:rPr lang="en-US"/>
            <a:t>Valor clave para interfaces interactivas.</a:t>
          </a:r>
        </a:p>
      </dgm:t>
    </dgm:pt>
    <dgm:pt modelId="{2F4B51CF-EE46-424B-85E6-DEFD3F3FA97E}" type="parTrans" cxnId="{D49294FB-AED7-4D30-AD47-C7DF918E3F2E}">
      <dgm:prSet/>
      <dgm:spPr/>
      <dgm:t>
        <a:bodyPr/>
        <a:lstStyle/>
        <a:p>
          <a:endParaRPr lang="en-US"/>
        </a:p>
      </dgm:t>
    </dgm:pt>
    <dgm:pt modelId="{F191EB99-2903-4E68-98C2-DD8D4E24492C}" type="sibTrans" cxnId="{D49294FB-AED7-4D30-AD47-C7DF918E3F2E}">
      <dgm:prSet/>
      <dgm:spPr/>
      <dgm:t>
        <a:bodyPr/>
        <a:lstStyle/>
        <a:p>
          <a:endParaRPr lang="en-US"/>
        </a:p>
      </dgm:t>
    </dgm:pt>
    <dgm:pt modelId="{021313FA-1B9B-48D3-B3F6-9FB90752C8D0}" type="pres">
      <dgm:prSet presAssocID="{5213BD24-6D37-40E6-8B94-23776256F177}" presName="root" presStyleCnt="0">
        <dgm:presLayoutVars>
          <dgm:dir/>
          <dgm:resizeHandles val="exact"/>
        </dgm:presLayoutVars>
      </dgm:prSet>
      <dgm:spPr/>
    </dgm:pt>
    <dgm:pt modelId="{01DFC0A6-A5F6-4E10-B135-DAF77DA61036}" type="pres">
      <dgm:prSet presAssocID="{CCD7F8F9-463C-4349-832F-55A738928E07}" presName="compNode" presStyleCnt="0"/>
      <dgm:spPr/>
    </dgm:pt>
    <dgm:pt modelId="{ECD726F6-E453-49FD-A3E0-AAA04558C670}" type="pres">
      <dgm:prSet presAssocID="{CCD7F8F9-463C-4349-832F-55A738928E07}" presName="iconBgRect" presStyleLbl="bgShp" presStyleIdx="0" presStyleCnt="3"/>
      <dgm:spPr/>
    </dgm:pt>
    <dgm:pt modelId="{929277E4-F864-46A5-A62E-CDF7B1E31229}" type="pres">
      <dgm:prSet presAssocID="{CCD7F8F9-463C-4349-832F-55A738928E0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guntas"/>
        </a:ext>
      </dgm:extLst>
    </dgm:pt>
    <dgm:pt modelId="{B3CA8946-3D24-48FD-B4C8-179B8D621BE2}" type="pres">
      <dgm:prSet presAssocID="{CCD7F8F9-463C-4349-832F-55A738928E07}" presName="spaceRect" presStyleCnt="0"/>
      <dgm:spPr/>
    </dgm:pt>
    <dgm:pt modelId="{62FB1AA3-7BDF-4B33-8B06-76F6E1D9DC4D}" type="pres">
      <dgm:prSet presAssocID="{CCD7F8F9-463C-4349-832F-55A738928E07}" presName="textRect" presStyleLbl="revTx" presStyleIdx="0" presStyleCnt="3">
        <dgm:presLayoutVars>
          <dgm:chMax val="1"/>
          <dgm:chPref val="1"/>
        </dgm:presLayoutVars>
      </dgm:prSet>
      <dgm:spPr/>
    </dgm:pt>
    <dgm:pt modelId="{42BF0353-FD71-4422-9D44-63BE7462BCEA}" type="pres">
      <dgm:prSet presAssocID="{7A52D3F7-BA2E-4143-AD52-1543744613D7}" presName="sibTrans" presStyleCnt="0"/>
      <dgm:spPr/>
    </dgm:pt>
    <dgm:pt modelId="{0A44A4D3-722D-4CAE-8B49-3A71EA88C1F8}" type="pres">
      <dgm:prSet presAssocID="{C0B048D6-6989-42D4-9DBF-8F164C1CE033}" presName="compNode" presStyleCnt="0"/>
      <dgm:spPr/>
    </dgm:pt>
    <dgm:pt modelId="{5E6CBCD9-FA2F-4ACE-A5FC-94ABC7FA87B1}" type="pres">
      <dgm:prSet presAssocID="{C0B048D6-6989-42D4-9DBF-8F164C1CE033}" presName="iconBgRect" presStyleLbl="bgShp" presStyleIdx="1" presStyleCnt="3"/>
      <dgm:spPr/>
    </dgm:pt>
    <dgm:pt modelId="{AC132918-E37F-4B35-8F60-1A523EC9E8D6}" type="pres">
      <dgm:prSet presAssocID="{C0B048D6-6989-42D4-9DBF-8F164C1CE03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8232322A-1963-475C-BA7B-F8A156FFC162}" type="pres">
      <dgm:prSet presAssocID="{C0B048D6-6989-42D4-9DBF-8F164C1CE033}" presName="spaceRect" presStyleCnt="0"/>
      <dgm:spPr/>
    </dgm:pt>
    <dgm:pt modelId="{131E0172-BA22-4A38-B332-BB34CAD432C6}" type="pres">
      <dgm:prSet presAssocID="{C0B048D6-6989-42D4-9DBF-8F164C1CE033}" presName="textRect" presStyleLbl="revTx" presStyleIdx="1" presStyleCnt="3">
        <dgm:presLayoutVars>
          <dgm:chMax val="1"/>
          <dgm:chPref val="1"/>
        </dgm:presLayoutVars>
      </dgm:prSet>
      <dgm:spPr/>
    </dgm:pt>
    <dgm:pt modelId="{0D0D3671-605F-4ECF-822C-960258C6C0B8}" type="pres">
      <dgm:prSet presAssocID="{C66330B1-6418-4E4B-BC6D-F205D6477816}" presName="sibTrans" presStyleCnt="0"/>
      <dgm:spPr/>
    </dgm:pt>
    <dgm:pt modelId="{0B9C927B-92F2-4E8C-B3EC-69B11CA15394}" type="pres">
      <dgm:prSet presAssocID="{5A7DAE48-4B62-40DD-B62B-DB8E1518D20E}" presName="compNode" presStyleCnt="0"/>
      <dgm:spPr/>
    </dgm:pt>
    <dgm:pt modelId="{36DE58A6-D28F-4EA7-A2BE-A069146F9057}" type="pres">
      <dgm:prSet presAssocID="{5A7DAE48-4B62-40DD-B62B-DB8E1518D20E}" presName="iconBgRect" presStyleLbl="bgShp" presStyleIdx="2" presStyleCnt="3"/>
      <dgm:spPr/>
    </dgm:pt>
    <dgm:pt modelId="{B3893246-61B4-4649-BEC8-7CC313D10F9F}" type="pres">
      <dgm:prSet presAssocID="{5A7DAE48-4B62-40DD-B62B-DB8E1518D20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6BF0328B-4FA6-4AC8-955C-807AFE7CAC84}" type="pres">
      <dgm:prSet presAssocID="{5A7DAE48-4B62-40DD-B62B-DB8E1518D20E}" presName="spaceRect" presStyleCnt="0"/>
      <dgm:spPr/>
    </dgm:pt>
    <dgm:pt modelId="{BF518F01-743B-4F6B-9AF5-330438F00360}" type="pres">
      <dgm:prSet presAssocID="{5A7DAE48-4B62-40DD-B62B-DB8E1518D20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0031D00-89CB-4DC3-B873-9EC379E72083}" type="presOf" srcId="{C0B048D6-6989-42D4-9DBF-8F164C1CE033}" destId="{131E0172-BA22-4A38-B332-BB34CAD432C6}" srcOrd="0" destOrd="0" presId="urn:microsoft.com/office/officeart/2018/5/layout/IconCircleLabelList"/>
    <dgm:cxn modelId="{640C1B60-471E-479C-821D-E9BEC57790BA}" type="presOf" srcId="{5213BD24-6D37-40E6-8B94-23776256F177}" destId="{021313FA-1B9B-48D3-B3F6-9FB90752C8D0}" srcOrd="0" destOrd="0" presId="urn:microsoft.com/office/officeart/2018/5/layout/IconCircleLabelList"/>
    <dgm:cxn modelId="{6E368962-F4B8-48EA-A784-3089CA8A1AFE}" srcId="{5213BD24-6D37-40E6-8B94-23776256F177}" destId="{C0B048D6-6989-42D4-9DBF-8F164C1CE033}" srcOrd="1" destOrd="0" parTransId="{4E8882EF-9C1D-4363-BCA1-7EAE14BC4666}" sibTransId="{C66330B1-6418-4E4B-BC6D-F205D6477816}"/>
    <dgm:cxn modelId="{907CB566-1E2B-4014-8FBC-87589004D39F}" type="presOf" srcId="{5A7DAE48-4B62-40DD-B62B-DB8E1518D20E}" destId="{BF518F01-743B-4F6B-9AF5-330438F00360}" srcOrd="0" destOrd="0" presId="urn:microsoft.com/office/officeart/2018/5/layout/IconCircleLabelList"/>
    <dgm:cxn modelId="{93C36B72-4BB5-4157-8EEF-A75035091439}" srcId="{5213BD24-6D37-40E6-8B94-23776256F177}" destId="{CCD7F8F9-463C-4349-832F-55A738928E07}" srcOrd="0" destOrd="0" parTransId="{BEB01EB5-F844-4DCE-80F6-48AE306DD1C5}" sibTransId="{7A52D3F7-BA2E-4143-AD52-1543744613D7}"/>
    <dgm:cxn modelId="{72C423A0-6658-4C33-8E88-D563CBCEE716}" type="presOf" srcId="{CCD7F8F9-463C-4349-832F-55A738928E07}" destId="{62FB1AA3-7BDF-4B33-8B06-76F6E1D9DC4D}" srcOrd="0" destOrd="0" presId="urn:microsoft.com/office/officeart/2018/5/layout/IconCircleLabelList"/>
    <dgm:cxn modelId="{D49294FB-AED7-4D30-AD47-C7DF918E3F2E}" srcId="{5213BD24-6D37-40E6-8B94-23776256F177}" destId="{5A7DAE48-4B62-40DD-B62B-DB8E1518D20E}" srcOrd="2" destOrd="0" parTransId="{2F4B51CF-EE46-424B-85E6-DEFD3F3FA97E}" sibTransId="{F191EB99-2903-4E68-98C2-DD8D4E24492C}"/>
    <dgm:cxn modelId="{34F18925-B380-4F8A-A7AB-4E93A6FCA5AD}" type="presParOf" srcId="{021313FA-1B9B-48D3-B3F6-9FB90752C8D0}" destId="{01DFC0A6-A5F6-4E10-B135-DAF77DA61036}" srcOrd="0" destOrd="0" presId="urn:microsoft.com/office/officeart/2018/5/layout/IconCircleLabelList"/>
    <dgm:cxn modelId="{2C1C0302-7B18-45BF-8072-0290CC6FE5AD}" type="presParOf" srcId="{01DFC0A6-A5F6-4E10-B135-DAF77DA61036}" destId="{ECD726F6-E453-49FD-A3E0-AAA04558C670}" srcOrd="0" destOrd="0" presId="urn:microsoft.com/office/officeart/2018/5/layout/IconCircleLabelList"/>
    <dgm:cxn modelId="{3C3467BA-D721-4B0C-843F-38E1EE77B1B9}" type="presParOf" srcId="{01DFC0A6-A5F6-4E10-B135-DAF77DA61036}" destId="{929277E4-F864-46A5-A62E-CDF7B1E31229}" srcOrd="1" destOrd="0" presId="urn:microsoft.com/office/officeart/2018/5/layout/IconCircleLabelList"/>
    <dgm:cxn modelId="{C7F916CC-A245-4DBA-A6B1-78A3D9F08076}" type="presParOf" srcId="{01DFC0A6-A5F6-4E10-B135-DAF77DA61036}" destId="{B3CA8946-3D24-48FD-B4C8-179B8D621BE2}" srcOrd="2" destOrd="0" presId="urn:microsoft.com/office/officeart/2018/5/layout/IconCircleLabelList"/>
    <dgm:cxn modelId="{38EF5F11-A42C-4AC2-B21C-796296D597A8}" type="presParOf" srcId="{01DFC0A6-A5F6-4E10-B135-DAF77DA61036}" destId="{62FB1AA3-7BDF-4B33-8B06-76F6E1D9DC4D}" srcOrd="3" destOrd="0" presId="urn:microsoft.com/office/officeart/2018/5/layout/IconCircleLabelList"/>
    <dgm:cxn modelId="{B040FAEC-8DE5-4A19-944B-E317996B1C70}" type="presParOf" srcId="{021313FA-1B9B-48D3-B3F6-9FB90752C8D0}" destId="{42BF0353-FD71-4422-9D44-63BE7462BCEA}" srcOrd="1" destOrd="0" presId="urn:microsoft.com/office/officeart/2018/5/layout/IconCircleLabelList"/>
    <dgm:cxn modelId="{16667C59-71ED-45D0-9BC3-FAAB82648645}" type="presParOf" srcId="{021313FA-1B9B-48D3-B3F6-9FB90752C8D0}" destId="{0A44A4D3-722D-4CAE-8B49-3A71EA88C1F8}" srcOrd="2" destOrd="0" presId="urn:microsoft.com/office/officeart/2018/5/layout/IconCircleLabelList"/>
    <dgm:cxn modelId="{D0B8A0CA-9BF9-4346-86ED-EEF701EEF3D2}" type="presParOf" srcId="{0A44A4D3-722D-4CAE-8B49-3A71EA88C1F8}" destId="{5E6CBCD9-FA2F-4ACE-A5FC-94ABC7FA87B1}" srcOrd="0" destOrd="0" presId="urn:microsoft.com/office/officeart/2018/5/layout/IconCircleLabelList"/>
    <dgm:cxn modelId="{453727F1-6958-41A4-8DEC-4F0B8D47603C}" type="presParOf" srcId="{0A44A4D3-722D-4CAE-8B49-3A71EA88C1F8}" destId="{AC132918-E37F-4B35-8F60-1A523EC9E8D6}" srcOrd="1" destOrd="0" presId="urn:microsoft.com/office/officeart/2018/5/layout/IconCircleLabelList"/>
    <dgm:cxn modelId="{965D6B2F-8903-45E0-990A-23C844D1CBD8}" type="presParOf" srcId="{0A44A4D3-722D-4CAE-8B49-3A71EA88C1F8}" destId="{8232322A-1963-475C-BA7B-F8A156FFC162}" srcOrd="2" destOrd="0" presId="urn:microsoft.com/office/officeart/2018/5/layout/IconCircleLabelList"/>
    <dgm:cxn modelId="{83A55C75-74BF-4290-BAB2-E30DA6276536}" type="presParOf" srcId="{0A44A4D3-722D-4CAE-8B49-3A71EA88C1F8}" destId="{131E0172-BA22-4A38-B332-BB34CAD432C6}" srcOrd="3" destOrd="0" presId="urn:microsoft.com/office/officeart/2018/5/layout/IconCircleLabelList"/>
    <dgm:cxn modelId="{A97C72DA-75A5-4F62-9D33-FC60DE382B90}" type="presParOf" srcId="{021313FA-1B9B-48D3-B3F6-9FB90752C8D0}" destId="{0D0D3671-605F-4ECF-822C-960258C6C0B8}" srcOrd="3" destOrd="0" presId="urn:microsoft.com/office/officeart/2018/5/layout/IconCircleLabelList"/>
    <dgm:cxn modelId="{A8EC8784-0E43-47C4-9049-F422F9942E06}" type="presParOf" srcId="{021313FA-1B9B-48D3-B3F6-9FB90752C8D0}" destId="{0B9C927B-92F2-4E8C-B3EC-69B11CA15394}" srcOrd="4" destOrd="0" presId="urn:microsoft.com/office/officeart/2018/5/layout/IconCircleLabelList"/>
    <dgm:cxn modelId="{155E42A1-02FA-4619-9D4E-EC113553B05F}" type="presParOf" srcId="{0B9C927B-92F2-4E8C-B3EC-69B11CA15394}" destId="{36DE58A6-D28F-4EA7-A2BE-A069146F9057}" srcOrd="0" destOrd="0" presId="urn:microsoft.com/office/officeart/2018/5/layout/IconCircleLabelList"/>
    <dgm:cxn modelId="{C2A130A1-A6AF-42FD-90F2-3DC9E6702C1C}" type="presParOf" srcId="{0B9C927B-92F2-4E8C-B3EC-69B11CA15394}" destId="{B3893246-61B4-4649-BEC8-7CC313D10F9F}" srcOrd="1" destOrd="0" presId="urn:microsoft.com/office/officeart/2018/5/layout/IconCircleLabelList"/>
    <dgm:cxn modelId="{FE16D892-F65D-490A-BCEB-649FB1FBA719}" type="presParOf" srcId="{0B9C927B-92F2-4E8C-B3EC-69B11CA15394}" destId="{6BF0328B-4FA6-4AC8-955C-807AFE7CAC84}" srcOrd="2" destOrd="0" presId="urn:microsoft.com/office/officeart/2018/5/layout/IconCircleLabelList"/>
    <dgm:cxn modelId="{FAE29A6D-522F-4D1E-A949-66CA645D2A67}" type="presParOf" srcId="{0B9C927B-92F2-4E8C-B3EC-69B11CA15394}" destId="{BF518F01-743B-4F6B-9AF5-330438F0036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EDB1B9C-7700-45C2-B625-CA0A90D6E4B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8F30BDC-0764-4287-8C96-7AE06D771DC7}">
      <dgm:prSet/>
      <dgm:spPr/>
      <dgm:t>
        <a:bodyPr/>
        <a:lstStyle/>
        <a:p>
          <a:r>
            <a:rPr lang="en-US"/>
            <a:t>Número de operaciones procesadas por unidad de tiempo.</a:t>
          </a:r>
        </a:p>
      </dgm:t>
    </dgm:pt>
    <dgm:pt modelId="{EE050761-74F9-4573-ABC1-4E8F4062F4C9}" type="parTrans" cxnId="{55B9F0B0-EBF3-4951-9EB3-2BE26B244EE2}">
      <dgm:prSet/>
      <dgm:spPr/>
      <dgm:t>
        <a:bodyPr/>
        <a:lstStyle/>
        <a:p>
          <a:endParaRPr lang="en-US"/>
        </a:p>
      </dgm:t>
    </dgm:pt>
    <dgm:pt modelId="{D0E94986-A4AA-485F-9B2E-887AD2546A30}" type="sibTrans" cxnId="{55B9F0B0-EBF3-4951-9EB3-2BE26B244EE2}">
      <dgm:prSet/>
      <dgm:spPr/>
      <dgm:t>
        <a:bodyPr/>
        <a:lstStyle/>
        <a:p>
          <a:endParaRPr lang="en-US"/>
        </a:p>
      </dgm:t>
    </dgm:pt>
    <dgm:pt modelId="{4E23E1A2-B4B3-4B99-BA0D-4FFC4ABD87C6}">
      <dgm:prSet/>
      <dgm:spPr/>
      <dgm:t>
        <a:bodyPr/>
        <a:lstStyle/>
        <a:p>
          <a:r>
            <a:rPr lang="en-US"/>
            <a:t>Indica la capacidad del sistema bajo carga.</a:t>
          </a:r>
        </a:p>
      </dgm:t>
    </dgm:pt>
    <dgm:pt modelId="{555B3EF4-0962-40D8-B7B8-5FB8FAF3421C}" type="parTrans" cxnId="{2D31CFCD-0347-433A-8476-CC2AD52FC9CE}">
      <dgm:prSet/>
      <dgm:spPr/>
      <dgm:t>
        <a:bodyPr/>
        <a:lstStyle/>
        <a:p>
          <a:endParaRPr lang="en-US"/>
        </a:p>
      </dgm:t>
    </dgm:pt>
    <dgm:pt modelId="{2214A983-BDBF-4B52-AE7F-65BAB5270982}" type="sibTrans" cxnId="{2D31CFCD-0347-433A-8476-CC2AD52FC9CE}">
      <dgm:prSet/>
      <dgm:spPr/>
      <dgm:t>
        <a:bodyPr/>
        <a:lstStyle/>
        <a:p>
          <a:endParaRPr lang="en-US"/>
        </a:p>
      </dgm:t>
    </dgm:pt>
    <dgm:pt modelId="{131E937E-9118-435B-B03A-5173C755B3A3}" type="pres">
      <dgm:prSet presAssocID="{DEDB1B9C-7700-45C2-B625-CA0A90D6E4B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86FAED1-1202-4D89-88AB-5CD602BE23C0}" type="pres">
      <dgm:prSet presAssocID="{78F30BDC-0764-4287-8C96-7AE06D771DC7}" presName="hierRoot1" presStyleCnt="0"/>
      <dgm:spPr/>
    </dgm:pt>
    <dgm:pt modelId="{CAF533B0-05AD-4760-9989-8CBD903EB98A}" type="pres">
      <dgm:prSet presAssocID="{78F30BDC-0764-4287-8C96-7AE06D771DC7}" presName="composite" presStyleCnt="0"/>
      <dgm:spPr/>
    </dgm:pt>
    <dgm:pt modelId="{29663691-AFAF-4F7C-BB18-F4EC9A8B266C}" type="pres">
      <dgm:prSet presAssocID="{78F30BDC-0764-4287-8C96-7AE06D771DC7}" presName="background" presStyleLbl="node0" presStyleIdx="0" presStyleCnt="2"/>
      <dgm:spPr/>
    </dgm:pt>
    <dgm:pt modelId="{57E208DA-2CC8-4A70-9EF6-DDBD7FAB94D2}" type="pres">
      <dgm:prSet presAssocID="{78F30BDC-0764-4287-8C96-7AE06D771DC7}" presName="text" presStyleLbl="fgAcc0" presStyleIdx="0" presStyleCnt="2">
        <dgm:presLayoutVars>
          <dgm:chPref val="3"/>
        </dgm:presLayoutVars>
      </dgm:prSet>
      <dgm:spPr/>
    </dgm:pt>
    <dgm:pt modelId="{0B7241AA-0DFE-43AB-9BDD-B9F99A837878}" type="pres">
      <dgm:prSet presAssocID="{78F30BDC-0764-4287-8C96-7AE06D771DC7}" presName="hierChild2" presStyleCnt="0"/>
      <dgm:spPr/>
    </dgm:pt>
    <dgm:pt modelId="{08ED435E-09D8-42F4-B295-A2AF1C09EAA4}" type="pres">
      <dgm:prSet presAssocID="{4E23E1A2-B4B3-4B99-BA0D-4FFC4ABD87C6}" presName="hierRoot1" presStyleCnt="0"/>
      <dgm:spPr/>
    </dgm:pt>
    <dgm:pt modelId="{13A4AB0D-7E4E-4DF5-943A-A45DA144E409}" type="pres">
      <dgm:prSet presAssocID="{4E23E1A2-B4B3-4B99-BA0D-4FFC4ABD87C6}" presName="composite" presStyleCnt="0"/>
      <dgm:spPr/>
    </dgm:pt>
    <dgm:pt modelId="{C61D9658-28D0-4DDD-B437-D03C747C3B7C}" type="pres">
      <dgm:prSet presAssocID="{4E23E1A2-B4B3-4B99-BA0D-4FFC4ABD87C6}" presName="background" presStyleLbl="node0" presStyleIdx="1" presStyleCnt="2"/>
      <dgm:spPr/>
    </dgm:pt>
    <dgm:pt modelId="{34E5E86F-0032-4AE4-8D18-2559A4205453}" type="pres">
      <dgm:prSet presAssocID="{4E23E1A2-B4B3-4B99-BA0D-4FFC4ABD87C6}" presName="text" presStyleLbl="fgAcc0" presStyleIdx="1" presStyleCnt="2">
        <dgm:presLayoutVars>
          <dgm:chPref val="3"/>
        </dgm:presLayoutVars>
      </dgm:prSet>
      <dgm:spPr/>
    </dgm:pt>
    <dgm:pt modelId="{5ABD999C-79CB-4A17-8FFC-2D8103C13536}" type="pres">
      <dgm:prSet presAssocID="{4E23E1A2-B4B3-4B99-BA0D-4FFC4ABD87C6}" presName="hierChild2" presStyleCnt="0"/>
      <dgm:spPr/>
    </dgm:pt>
  </dgm:ptLst>
  <dgm:cxnLst>
    <dgm:cxn modelId="{5008AE84-C1B6-4631-9076-F865CD4EE21B}" type="presOf" srcId="{DEDB1B9C-7700-45C2-B625-CA0A90D6E4BE}" destId="{131E937E-9118-435B-B03A-5173C755B3A3}" srcOrd="0" destOrd="0" presId="urn:microsoft.com/office/officeart/2005/8/layout/hierarchy1"/>
    <dgm:cxn modelId="{A23A7BAA-8FC4-4263-B4A7-C0C74325B845}" type="presOf" srcId="{4E23E1A2-B4B3-4B99-BA0D-4FFC4ABD87C6}" destId="{34E5E86F-0032-4AE4-8D18-2559A4205453}" srcOrd="0" destOrd="0" presId="urn:microsoft.com/office/officeart/2005/8/layout/hierarchy1"/>
    <dgm:cxn modelId="{55B9F0B0-EBF3-4951-9EB3-2BE26B244EE2}" srcId="{DEDB1B9C-7700-45C2-B625-CA0A90D6E4BE}" destId="{78F30BDC-0764-4287-8C96-7AE06D771DC7}" srcOrd="0" destOrd="0" parTransId="{EE050761-74F9-4573-ABC1-4E8F4062F4C9}" sibTransId="{D0E94986-A4AA-485F-9B2E-887AD2546A30}"/>
    <dgm:cxn modelId="{2D31CFCD-0347-433A-8476-CC2AD52FC9CE}" srcId="{DEDB1B9C-7700-45C2-B625-CA0A90D6E4BE}" destId="{4E23E1A2-B4B3-4B99-BA0D-4FFC4ABD87C6}" srcOrd="1" destOrd="0" parTransId="{555B3EF4-0962-40D8-B7B8-5FB8FAF3421C}" sibTransId="{2214A983-BDBF-4B52-AE7F-65BAB5270982}"/>
    <dgm:cxn modelId="{4536E9E3-6E2E-49D6-856E-D622F7AF9E22}" type="presOf" srcId="{78F30BDC-0764-4287-8C96-7AE06D771DC7}" destId="{57E208DA-2CC8-4A70-9EF6-DDBD7FAB94D2}" srcOrd="0" destOrd="0" presId="urn:microsoft.com/office/officeart/2005/8/layout/hierarchy1"/>
    <dgm:cxn modelId="{4A34B306-875C-4A4B-A281-39DAFE95AF8E}" type="presParOf" srcId="{131E937E-9118-435B-B03A-5173C755B3A3}" destId="{786FAED1-1202-4D89-88AB-5CD602BE23C0}" srcOrd="0" destOrd="0" presId="urn:microsoft.com/office/officeart/2005/8/layout/hierarchy1"/>
    <dgm:cxn modelId="{3621DFB3-CBC3-4BEA-B01C-5A6B485048F5}" type="presParOf" srcId="{786FAED1-1202-4D89-88AB-5CD602BE23C0}" destId="{CAF533B0-05AD-4760-9989-8CBD903EB98A}" srcOrd="0" destOrd="0" presId="urn:microsoft.com/office/officeart/2005/8/layout/hierarchy1"/>
    <dgm:cxn modelId="{59F40B00-FA19-4870-8872-282DB168EAB1}" type="presParOf" srcId="{CAF533B0-05AD-4760-9989-8CBD903EB98A}" destId="{29663691-AFAF-4F7C-BB18-F4EC9A8B266C}" srcOrd="0" destOrd="0" presId="urn:microsoft.com/office/officeart/2005/8/layout/hierarchy1"/>
    <dgm:cxn modelId="{8A4B853E-4121-48AA-9848-F11158DA4D15}" type="presParOf" srcId="{CAF533B0-05AD-4760-9989-8CBD903EB98A}" destId="{57E208DA-2CC8-4A70-9EF6-DDBD7FAB94D2}" srcOrd="1" destOrd="0" presId="urn:microsoft.com/office/officeart/2005/8/layout/hierarchy1"/>
    <dgm:cxn modelId="{221E6C50-9BA4-4D6C-8C1C-502C0B21940D}" type="presParOf" srcId="{786FAED1-1202-4D89-88AB-5CD602BE23C0}" destId="{0B7241AA-0DFE-43AB-9BDD-B9F99A837878}" srcOrd="1" destOrd="0" presId="urn:microsoft.com/office/officeart/2005/8/layout/hierarchy1"/>
    <dgm:cxn modelId="{0B466EC5-AA93-4625-86F4-D6267E404A26}" type="presParOf" srcId="{131E937E-9118-435B-B03A-5173C755B3A3}" destId="{08ED435E-09D8-42F4-B295-A2AF1C09EAA4}" srcOrd="1" destOrd="0" presId="urn:microsoft.com/office/officeart/2005/8/layout/hierarchy1"/>
    <dgm:cxn modelId="{F25D2D1D-6C66-4A44-AE99-164C9ECAFA3E}" type="presParOf" srcId="{08ED435E-09D8-42F4-B295-A2AF1C09EAA4}" destId="{13A4AB0D-7E4E-4DF5-943A-A45DA144E409}" srcOrd="0" destOrd="0" presId="urn:microsoft.com/office/officeart/2005/8/layout/hierarchy1"/>
    <dgm:cxn modelId="{7CDDED13-B9B3-41F4-8B4D-489F603B8A8F}" type="presParOf" srcId="{13A4AB0D-7E4E-4DF5-943A-A45DA144E409}" destId="{C61D9658-28D0-4DDD-B437-D03C747C3B7C}" srcOrd="0" destOrd="0" presId="urn:microsoft.com/office/officeart/2005/8/layout/hierarchy1"/>
    <dgm:cxn modelId="{CB8B5156-7EDE-430C-9DDC-696525895834}" type="presParOf" srcId="{13A4AB0D-7E4E-4DF5-943A-A45DA144E409}" destId="{34E5E86F-0032-4AE4-8D18-2559A4205453}" srcOrd="1" destOrd="0" presId="urn:microsoft.com/office/officeart/2005/8/layout/hierarchy1"/>
    <dgm:cxn modelId="{EF8BA16B-0820-4E7F-BFA2-43543BF0F899}" type="presParOf" srcId="{08ED435E-09D8-42F4-B295-A2AF1C09EAA4}" destId="{5ABD999C-79CB-4A17-8FFC-2D8103C1353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DCCF4C7-25CC-4A44-8C15-3CE7C2A8A63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F9A56B3-D66D-4BA3-BF88-416651415BE9}">
      <dgm:prSet/>
      <dgm:spPr/>
      <dgm:t>
        <a:bodyPr/>
        <a:lstStyle/>
        <a:p>
          <a:r>
            <a:rPr lang="en-US"/>
            <a:t>Monitoreo de CPU, memoria, disco y red.</a:t>
          </a:r>
        </a:p>
      </dgm:t>
    </dgm:pt>
    <dgm:pt modelId="{87D0DCD6-3CEE-4524-A9CE-5768B8AF8E99}" type="parTrans" cxnId="{9AC99428-EDA9-4E62-BC2D-49ABB60FA374}">
      <dgm:prSet/>
      <dgm:spPr/>
      <dgm:t>
        <a:bodyPr/>
        <a:lstStyle/>
        <a:p>
          <a:endParaRPr lang="en-US"/>
        </a:p>
      </dgm:t>
    </dgm:pt>
    <dgm:pt modelId="{823758DF-464F-4483-B9E8-5D8DEAAA6F11}" type="sibTrans" cxnId="{9AC99428-EDA9-4E62-BC2D-49ABB60FA374}">
      <dgm:prSet/>
      <dgm:spPr/>
      <dgm:t>
        <a:bodyPr/>
        <a:lstStyle/>
        <a:p>
          <a:endParaRPr lang="en-US"/>
        </a:p>
      </dgm:t>
    </dgm:pt>
    <dgm:pt modelId="{CA76623A-60FE-435C-958D-36D14B371302}">
      <dgm:prSet/>
      <dgm:spPr/>
      <dgm:t>
        <a:bodyPr/>
        <a:lstStyle/>
        <a:p>
          <a:r>
            <a:rPr lang="en-US"/>
            <a:t>Alta utilización puede indicar problemas o eficiencia.</a:t>
          </a:r>
        </a:p>
      </dgm:t>
    </dgm:pt>
    <dgm:pt modelId="{B7A64F4D-82C8-4A71-93E0-F95E95E1E5E2}" type="parTrans" cxnId="{34C04903-CBCA-44EB-ADA8-222E86A6E408}">
      <dgm:prSet/>
      <dgm:spPr/>
      <dgm:t>
        <a:bodyPr/>
        <a:lstStyle/>
        <a:p>
          <a:endParaRPr lang="en-US"/>
        </a:p>
      </dgm:t>
    </dgm:pt>
    <dgm:pt modelId="{684D23C3-78FE-4DB0-8334-151ED558894A}" type="sibTrans" cxnId="{34C04903-CBCA-44EB-ADA8-222E86A6E408}">
      <dgm:prSet/>
      <dgm:spPr/>
      <dgm:t>
        <a:bodyPr/>
        <a:lstStyle/>
        <a:p>
          <a:endParaRPr lang="en-US"/>
        </a:p>
      </dgm:t>
    </dgm:pt>
    <dgm:pt modelId="{170C73B3-3CA7-48AA-A91C-71562D1022A2}" type="pres">
      <dgm:prSet presAssocID="{7DCCF4C7-25CC-4A44-8C15-3CE7C2A8A63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91F9997-C4C9-4254-8D33-905F3902C812}" type="pres">
      <dgm:prSet presAssocID="{BF9A56B3-D66D-4BA3-BF88-416651415BE9}" presName="hierRoot1" presStyleCnt="0"/>
      <dgm:spPr/>
    </dgm:pt>
    <dgm:pt modelId="{065B68AE-CDFA-4FEE-9003-6CB5E507435F}" type="pres">
      <dgm:prSet presAssocID="{BF9A56B3-D66D-4BA3-BF88-416651415BE9}" presName="composite" presStyleCnt="0"/>
      <dgm:spPr/>
    </dgm:pt>
    <dgm:pt modelId="{3D9BD09D-FAF8-40FE-AA79-C1757BB21DF0}" type="pres">
      <dgm:prSet presAssocID="{BF9A56B3-D66D-4BA3-BF88-416651415BE9}" presName="background" presStyleLbl="node0" presStyleIdx="0" presStyleCnt="2"/>
      <dgm:spPr/>
    </dgm:pt>
    <dgm:pt modelId="{F40C7828-50AA-4BA6-BAA4-8B1057DC7DBC}" type="pres">
      <dgm:prSet presAssocID="{BF9A56B3-D66D-4BA3-BF88-416651415BE9}" presName="text" presStyleLbl="fgAcc0" presStyleIdx="0" presStyleCnt="2">
        <dgm:presLayoutVars>
          <dgm:chPref val="3"/>
        </dgm:presLayoutVars>
      </dgm:prSet>
      <dgm:spPr/>
    </dgm:pt>
    <dgm:pt modelId="{E6D310CD-6647-4CAA-B4A6-B7F3C1215E23}" type="pres">
      <dgm:prSet presAssocID="{BF9A56B3-D66D-4BA3-BF88-416651415BE9}" presName="hierChild2" presStyleCnt="0"/>
      <dgm:spPr/>
    </dgm:pt>
    <dgm:pt modelId="{09CE8F43-F575-4B25-85A8-86E2A025C911}" type="pres">
      <dgm:prSet presAssocID="{CA76623A-60FE-435C-958D-36D14B371302}" presName="hierRoot1" presStyleCnt="0"/>
      <dgm:spPr/>
    </dgm:pt>
    <dgm:pt modelId="{F37AB6CA-088F-471A-991F-A1202D44F086}" type="pres">
      <dgm:prSet presAssocID="{CA76623A-60FE-435C-958D-36D14B371302}" presName="composite" presStyleCnt="0"/>
      <dgm:spPr/>
    </dgm:pt>
    <dgm:pt modelId="{D2911C36-48E9-4DDE-A175-A393B07EB116}" type="pres">
      <dgm:prSet presAssocID="{CA76623A-60FE-435C-958D-36D14B371302}" presName="background" presStyleLbl="node0" presStyleIdx="1" presStyleCnt="2"/>
      <dgm:spPr/>
    </dgm:pt>
    <dgm:pt modelId="{4CF4D42A-DEA3-4B1B-BB9C-EED082ACE435}" type="pres">
      <dgm:prSet presAssocID="{CA76623A-60FE-435C-958D-36D14B371302}" presName="text" presStyleLbl="fgAcc0" presStyleIdx="1" presStyleCnt="2">
        <dgm:presLayoutVars>
          <dgm:chPref val="3"/>
        </dgm:presLayoutVars>
      </dgm:prSet>
      <dgm:spPr/>
    </dgm:pt>
    <dgm:pt modelId="{63D94B22-5457-45DA-8002-BC5E609223E9}" type="pres">
      <dgm:prSet presAssocID="{CA76623A-60FE-435C-958D-36D14B371302}" presName="hierChild2" presStyleCnt="0"/>
      <dgm:spPr/>
    </dgm:pt>
  </dgm:ptLst>
  <dgm:cxnLst>
    <dgm:cxn modelId="{34C04903-CBCA-44EB-ADA8-222E86A6E408}" srcId="{7DCCF4C7-25CC-4A44-8C15-3CE7C2A8A634}" destId="{CA76623A-60FE-435C-958D-36D14B371302}" srcOrd="1" destOrd="0" parTransId="{B7A64F4D-82C8-4A71-93E0-F95E95E1E5E2}" sibTransId="{684D23C3-78FE-4DB0-8334-151ED558894A}"/>
    <dgm:cxn modelId="{F8BBB223-0EAF-42D6-BC29-8F294EADCFCC}" type="presOf" srcId="{7DCCF4C7-25CC-4A44-8C15-3CE7C2A8A634}" destId="{170C73B3-3CA7-48AA-A91C-71562D1022A2}" srcOrd="0" destOrd="0" presId="urn:microsoft.com/office/officeart/2005/8/layout/hierarchy1"/>
    <dgm:cxn modelId="{9AC99428-EDA9-4E62-BC2D-49ABB60FA374}" srcId="{7DCCF4C7-25CC-4A44-8C15-3CE7C2A8A634}" destId="{BF9A56B3-D66D-4BA3-BF88-416651415BE9}" srcOrd="0" destOrd="0" parTransId="{87D0DCD6-3CEE-4524-A9CE-5768B8AF8E99}" sibTransId="{823758DF-464F-4483-B9E8-5D8DEAAA6F11}"/>
    <dgm:cxn modelId="{6B7D1477-7187-499F-A5D4-466F2B72EB54}" type="presOf" srcId="{CA76623A-60FE-435C-958D-36D14B371302}" destId="{4CF4D42A-DEA3-4B1B-BB9C-EED082ACE435}" srcOrd="0" destOrd="0" presId="urn:microsoft.com/office/officeart/2005/8/layout/hierarchy1"/>
    <dgm:cxn modelId="{6937D7FC-4DD3-4E03-B92E-0B1F28D865BE}" type="presOf" srcId="{BF9A56B3-D66D-4BA3-BF88-416651415BE9}" destId="{F40C7828-50AA-4BA6-BAA4-8B1057DC7DBC}" srcOrd="0" destOrd="0" presId="urn:microsoft.com/office/officeart/2005/8/layout/hierarchy1"/>
    <dgm:cxn modelId="{3B655398-7B6D-434A-944F-B6E814D29757}" type="presParOf" srcId="{170C73B3-3CA7-48AA-A91C-71562D1022A2}" destId="{991F9997-C4C9-4254-8D33-905F3902C812}" srcOrd="0" destOrd="0" presId="urn:microsoft.com/office/officeart/2005/8/layout/hierarchy1"/>
    <dgm:cxn modelId="{0AF12988-D81D-4A07-BD9D-113A55759092}" type="presParOf" srcId="{991F9997-C4C9-4254-8D33-905F3902C812}" destId="{065B68AE-CDFA-4FEE-9003-6CB5E507435F}" srcOrd="0" destOrd="0" presId="urn:microsoft.com/office/officeart/2005/8/layout/hierarchy1"/>
    <dgm:cxn modelId="{D37FADCF-AF73-43F6-9999-D23529D1183C}" type="presParOf" srcId="{065B68AE-CDFA-4FEE-9003-6CB5E507435F}" destId="{3D9BD09D-FAF8-40FE-AA79-C1757BB21DF0}" srcOrd="0" destOrd="0" presId="urn:microsoft.com/office/officeart/2005/8/layout/hierarchy1"/>
    <dgm:cxn modelId="{1EB9847E-CDEB-408C-BEC0-5193C206D4EB}" type="presParOf" srcId="{065B68AE-CDFA-4FEE-9003-6CB5E507435F}" destId="{F40C7828-50AA-4BA6-BAA4-8B1057DC7DBC}" srcOrd="1" destOrd="0" presId="urn:microsoft.com/office/officeart/2005/8/layout/hierarchy1"/>
    <dgm:cxn modelId="{6007347C-3AC9-4D7A-BD2E-3B3A8E4E1E42}" type="presParOf" srcId="{991F9997-C4C9-4254-8D33-905F3902C812}" destId="{E6D310CD-6647-4CAA-B4A6-B7F3C1215E23}" srcOrd="1" destOrd="0" presId="urn:microsoft.com/office/officeart/2005/8/layout/hierarchy1"/>
    <dgm:cxn modelId="{3E19F2E2-BEEF-4263-8292-B7D080C57905}" type="presParOf" srcId="{170C73B3-3CA7-48AA-A91C-71562D1022A2}" destId="{09CE8F43-F575-4B25-85A8-86E2A025C911}" srcOrd="1" destOrd="0" presId="urn:microsoft.com/office/officeart/2005/8/layout/hierarchy1"/>
    <dgm:cxn modelId="{B391E2D5-D928-4A29-BE30-0B51EAF88CCD}" type="presParOf" srcId="{09CE8F43-F575-4B25-85A8-86E2A025C911}" destId="{F37AB6CA-088F-471A-991F-A1202D44F086}" srcOrd="0" destOrd="0" presId="urn:microsoft.com/office/officeart/2005/8/layout/hierarchy1"/>
    <dgm:cxn modelId="{0FE1F90C-65CC-411F-A6D4-841C35CF74B6}" type="presParOf" srcId="{F37AB6CA-088F-471A-991F-A1202D44F086}" destId="{D2911C36-48E9-4DDE-A175-A393B07EB116}" srcOrd="0" destOrd="0" presId="urn:microsoft.com/office/officeart/2005/8/layout/hierarchy1"/>
    <dgm:cxn modelId="{E782059C-9CA6-4D6A-BCD4-41AFBB7645E6}" type="presParOf" srcId="{F37AB6CA-088F-471A-991F-A1202D44F086}" destId="{4CF4D42A-DEA3-4B1B-BB9C-EED082ACE435}" srcOrd="1" destOrd="0" presId="urn:microsoft.com/office/officeart/2005/8/layout/hierarchy1"/>
    <dgm:cxn modelId="{332B6845-6366-4DA9-AF79-103417E45AD9}" type="presParOf" srcId="{09CE8F43-F575-4B25-85A8-86E2A025C911}" destId="{63D94B22-5457-45DA-8002-BC5E609223E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6B4B1AC-3E33-43B9-9E16-FA7481492B0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FFD352C-A06F-49D6-9B98-7241D969810C}">
      <dgm:prSet/>
      <dgm:spPr/>
      <dgm:t>
        <a:bodyPr/>
        <a:lstStyle/>
        <a:p>
          <a:r>
            <a:rPr lang="en-US"/>
            <a:t>Tiempo entre la solicitud y el inicio de la respuesta.</a:t>
          </a:r>
        </a:p>
      </dgm:t>
    </dgm:pt>
    <dgm:pt modelId="{E8B9B498-B677-4AB2-98FE-246CDC9FDD04}" type="parTrans" cxnId="{E19E3540-4ACB-428D-B411-A95142B27B15}">
      <dgm:prSet/>
      <dgm:spPr/>
      <dgm:t>
        <a:bodyPr/>
        <a:lstStyle/>
        <a:p>
          <a:endParaRPr lang="en-US"/>
        </a:p>
      </dgm:t>
    </dgm:pt>
    <dgm:pt modelId="{5CC578E6-BA61-4EC9-A178-BB7323433AC9}" type="sibTrans" cxnId="{E19E3540-4ACB-428D-B411-A95142B27B15}">
      <dgm:prSet/>
      <dgm:spPr/>
      <dgm:t>
        <a:bodyPr/>
        <a:lstStyle/>
        <a:p>
          <a:endParaRPr lang="en-US"/>
        </a:p>
      </dgm:t>
    </dgm:pt>
    <dgm:pt modelId="{D13FA4C2-CA61-4747-AECB-E70B4A3FB0AA}">
      <dgm:prSet/>
      <dgm:spPr/>
      <dgm:t>
        <a:bodyPr/>
        <a:lstStyle/>
        <a:p>
          <a:r>
            <a:rPr lang="en-US"/>
            <a:t>Crítica en aplicaciones en tiempo real o distribuido.</a:t>
          </a:r>
        </a:p>
      </dgm:t>
    </dgm:pt>
    <dgm:pt modelId="{3D003416-3E62-46D6-AE7F-DC8C6B0D5318}" type="parTrans" cxnId="{A3A24814-C00F-424B-A534-F0260FD2EC75}">
      <dgm:prSet/>
      <dgm:spPr/>
      <dgm:t>
        <a:bodyPr/>
        <a:lstStyle/>
        <a:p>
          <a:endParaRPr lang="en-US"/>
        </a:p>
      </dgm:t>
    </dgm:pt>
    <dgm:pt modelId="{DD1CCA12-FCD1-4BAC-A793-C2C58780544C}" type="sibTrans" cxnId="{A3A24814-C00F-424B-A534-F0260FD2EC75}">
      <dgm:prSet/>
      <dgm:spPr/>
      <dgm:t>
        <a:bodyPr/>
        <a:lstStyle/>
        <a:p>
          <a:endParaRPr lang="en-US"/>
        </a:p>
      </dgm:t>
    </dgm:pt>
    <dgm:pt modelId="{C3AB7251-9E4B-46E5-8906-FB10B36A3780}" type="pres">
      <dgm:prSet presAssocID="{76B4B1AC-3E33-43B9-9E16-FA7481492B06}" presName="root" presStyleCnt="0">
        <dgm:presLayoutVars>
          <dgm:dir/>
          <dgm:resizeHandles val="exact"/>
        </dgm:presLayoutVars>
      </dgm:prSet>
      <dgm:spPr/>
    </dgm:pt>
    <dgm:pt modelId="{D4F43ECB-C8DC-4710-B2C8-C3C29FDA3267}" type="pres">
      <dgm:prSet presAssocID="{76B4B1AC-3E33-43B9-9E16-FA7481492B06}" presName="container" presStyleCnt="0">
        <dgm:presLayoutVars>
          <dgm:dir/>
          <dgm:resizeHandles val="exact"/>
        </dgm:presLayoutVars>
      </dgm:prSet>
      <dgm:spPr/>
    </dgm:pt>
    <dgm:pt modelId="{678C532F-50DB-4B1D-B85A-D3FCF075A897}" type="pres">
      <dgm:prSet presAssocID="{8FFD352C-A06F-49D6-9B98-7241D969810C}" presName="compNode" presStyleCnt="0"/>
      <dgm:spPr/>
    </dgm:pt>
    <dgm:pt modelId="{8DD65FB3-DC18-4969-96A3-DBF3B7B8E66B}" type="pres">
      <dgm:prSet presAssocID="{8FFD352C-A06F-49D6-9B98-7241D969810C}" presName="iconBgRect" presStyleLbl="bgShp" presStyleIdx="0" presStyleCnt="2"/>
      <dgm:spPr/>
    </dgm:pt>
    <dgm:pt modelId="{E3C2D55A-7BE4-4540-9FAF-F8032A09F3F7}" type="pres">
      <dgm:prSet presAssocID="{8FFD352C-A06F-49D6-9B98-7241D969810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guntas"/>
        </a:ext>
      </dgm:extLst>
    </dgm:pt>
    <dgm:pt modelId="{15443DA8-59F9-48B4-B00B-6177C48EFE89}" type="pres">
      <dgm:prSet presAssocID="{8FFD352C-A06F-49D6-9B98-7241D969810C}" presName="spaceRect" presStyleCnt="0"/>
      <dgm:spPr/>
    </dgm:pt>
    <dgm:pt modelId="{E58379F5-584C-48CF-8BE3-4F3FDD316A7D}" type="pres">
      <dgm:prSet presAssocID="{8FFD352C-A06F-49D6-9B98-7241D969810C}" presName="textRect" presStyleLbl="revTx" presStyleIdx="0" presStyleCnt="2">
        <dgm:presLayoutVars>
          <dgm:chMax val="1"/>
          <dgm:chPref val="1"/>
        </dgm:presLayoutVars>
      </dgm:prSet>
      <dgm:spPr/>
    </dgm:pt>
    <dgm:pt modelId="{3494D874-5687-4550-AD86-F2C6DB3CA28E}" type="pres">
      <dgm:prSet presAssocID="{5CC578E6-BA61-4EC9-A178-BB7323433AC9}" presName="sibTrans" presStyleLbl="sibTrans2D1" presStyleIdx="0" presStyleCnt="0"/>
      <dgm:spPr/>
    </dgm:pt>
    <dgm:pt modelId="{93B28A97-55AA-455A-AF39-F18C7FB62C14}" type="pres">
      <dgm:prSet presAssocID="{D13FA4C2-CA61-4747-AECB-E70B4A3FB0AA}" presName="compNode" presStyleCnt="0"/>
      <dgm:spPr/>
    </dgm:pt>
    <dgm:pt modelId="{D1F7C903-46A5-46E1-B724-3414564546BB}" type="pres">
      <dgm:prSet presAssocID="{D13FA4C2-CA61-4747-AECB-E70B4A3FB0AA}" presName="iconBgRect" presStyleLbl="bgShp" presStyleIdx="1" presStyleCnt="2"/>
      <dgm:spPr/>
    </dgm:pt>
    <dgm:pt modelId="{1D0BB1D7-1F56-43B9-BBF5-4CAC6FFAA2B5}" type="pres">
      <dgm:prSet presAssocID="{D13FA4C2-CA61-4747-AECB-E70B4A3FB0A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C33FA5D2-7D30-4CA1-BC4F-2B74E2DAA714}" type="pres">
      <dgm:prSet presAssocID="{D13FA4C2-CA61-4747-AECB-E70B4A3FB0AA}" presName="spaceRect" presStyleCnt="0"/>
      <dgm:spPr/>
    </dgm:pt>
    <dgm:pt modelId="{67BEF59A-D135-42AC-842D-FFAF999BB921}" type="pres">
      <dgm:prSet presAssocID="{D13FA4C2-CA61-4747-AECB-E70B4A3FB0A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3A24814-C00F-424B-A534-F0260FD2EC75}" srcId="{76B4B1AC-3E33-43B9-9E16-FA7481492B06}" destId="{D13FA4C2-CA61-4747-AECB-E70B4A3FB0AA}" srcOrd="1" destOrd="0" parTransId="{3D003416-3E62-46D6-AE7F-DC8C6B0D5318}" sibTransId="{DD1CCA12-FCD1-4BAC-A793-C2C58780544C}"/>
    <dgm:cxn modelId="{B0F3672D-BE98-4C18-B47C-BC605717A793}" type="presOf" srcId="{D13FA4C2-CA61-4747-AECB-E70B4A3FB0AA}" destId="{67BEF59A-D135-42AC-842D-FFAF999BB921}" srcOrd="0" destOrd="0" presId="urn:microsoft.com/office/officeart/2018/2/layout/IconCircleList"/>
    <dgm:cxn modelId="{E19E3540-4ACB-428D-B411-A95142B27B15}" srcId="{76B4B1AC-3E33-43B9-9E16-FA7481492B06}" destId="{8FFD352C-A06F-49D6-9B98-7241D969810C}" srcOrd="0" destOrd="0" parTransId="{E8B9B498-B677-4AB2-98FE-246CDC9FDD04}" sibTransId="{5CC578E6-BA61-4EC9-A178-BB7323433AC9}"/>
    <dgm:cxn modelId="{6D6D57BA-1A0C-44C4-B7D5-F46CC73FC12E}" type="presOf" srcId="{5CC578E6-BA61-4EC9-A178-BB7323433AC9}" destId="{3494D874-5687-4550-AD86-F2C6DB3CA28E}" srcOrd="0" destOrd="0" presId="urn:microsoft.com/office/officeart/2018/2/layout/IconCircleList"/>
    <dgm:cxn modelId="{C5A72FCF-7CEC-4365-9ACB-B066C4AAB9D2}" type="presOf" srcId="{8FFD352C-A06F-49D6-9B98-7241D969810C}" destId="{E58379F5-584C-48CF-8BE3-4F3FDD316A7D}" srcOrd="0" destOrd="0" presId="urn:microsoft.com/office/officeart/2018/2/layout/IconCircleList"/>
    <dgm:cxn modelId="{CCDECBEC-6C0F-4956-8EB2-4E83943B92DF}" type="presOf" srcId="{76B4B1AC-3E33-43B9-9E16-FA7481492B06}" destId="{C3AB7251-9E4B-46E5-8906-FB10B36A3780}" srcOrd="0" destOrd="0" presId="urn:microsoft.com/office/officeart/2018/2/layout/IconCircleList"/>
    <dgm:cxn modelId="{D81EDCB2-D7AB-4509-A8D4-EA15F98A42D0}" type="presParOf" srcId="{C3AB7251-9E4B-46E5-8906-FB10B36A3780}" destId="{D4F43ECB-C8DC-4710-B2C8-C3C29FDA3267}" srcOrd="0" destOrd="0" presId="urn:microsoft.com/office/officeart/2018/2/layout/IconCircleList"/>
    <dgm:cxn modelId="{BB6711CE-9DB5-4F06-91CE-ED55D6DB4060}" type="presParOf" srcId="{D4F43ECB-C8DC-4710-B2C8-C3C29FDA3267}" destId="{678C532F-50DB-4B1D-B85A-D3FCF075A897}" srcOrd="0" destOrd="0" presId="urn:microsoft.com/office/officeart/2018/2/layout/IconCircleList"/>
    <dgm:cxn modelId="{1A2AE0D7-6A24-4967-A372-302D7B17895C}" type="presParOf" srcId="{678C532F-50DB-4B1D-B85A-D3FCF075A897}" destId="{8DD65FB3-DC18-4969-96A3-DBF3B7B8E66B}" srcOrd="0" destOrd="0" presId="urn:microsoft.com/office/officeart/2018/2/layout/IconCircleList"/>
    <dgm:cxn modelId="{ABC62530-CB09-4835-B58A-7E0B9DDAFAE0}" type="presParOf" srcId="{678C532F-50DB-4B1D-B85A-D3FCF075A897}" destId="{E3C2D55A-7BE4-4540-9FAF-F8032A09F3F7}" srcOrd="1" destOrd="0" presId="urn:microsoft.com/office/officeart/2018/2/layout/IconCircleList"/>
    <dgm:cxn modelId="{860E3C5A-BAD5-42A3-99B1-AC8DB50630CF}" type="presParOf" srcId="{678C532F-50DB-4B1D-B85A-D3FCF075A897}" destId="{15443DA8-59F9-48B4-B00B-6177C48EFE89}" srcOrd="2" destOrd="0" presId="urn:microsoft.com/office/officeart/2018/2/layout/IconCircleList"/>
    <dgm:cxn modelId="{C97BDE4C-8EC9-4085-BCC7-A42F5935B542}" type="presParOf" srcId="{678C532F-50DB-4B1D-B85A-D3FCF075A897}" destId="{E58379F5-584C-48CF-8BE3-4F3FDD316A7D}" srcOrd="3" destOrd="0" presId="urn:microsoft.com/office/officeart/2018/2/layout/IconCircleList"/>
    <dgm:cxn modelId="{98B98279-D576-4D5F-9BB1-CE8B18F2E096}" type="presParOf" srcId="{D4F43ECB-C8DC-4710-B2C8-C3C29FDA3267}" destId="{3494D874-5687-4550-AD86-F2C6DB3CA28E}" srcOrd="1" destOrd="0" presId="urn:microsoft.com/office/officeart/2018/2/layout/IconCircleList"/>
    <dgm:cxn modelId="{F48CA59A-8A1E-4AA0-899E-02B44DA36262}" type="presParOf" srcId="{D4F43ECB-C8DC-4710-B2C8-C3C29FDA3267}" destId="{93B28A97-55AA-455A-AF39-F18C7FB62C14}" srcOrd="2" destOrd="0" presId="urn:microsoft.com/office/officeart/2018/2/layout/IconCircleList"/>
    <dgm:cxn modelId="{50170BBA-FCD5-4E17-985B-60BA8CE8C308}" type="presParOf" srcId="{93B28A97-55AA-455A-AF39-F18C7FB62C14}" destId="{D1F7C903-46A5-46E1-B724-3414564546BB}" srcOrd="0" destOrd="0" presId="urn:microsoft.com/office/officeart/2018/2/layout/IconCircleList"/>
    <dgm:cxn modelId="{C4B974BC-75A9-4472-B086-5E6DD9486A44}" type="presParOf" srcId="{93B28A97-55AA-455A-AF39-F18C7FB62C14}" destId="{1D0BB1D7-1F56-43B9-BBF5-4CAC6FFAA2B5}" srcOrd="1" destOrd="0" presId="urn:microsoft.com/office/officeart/2018/2/layout/IconCircleList"/>
    <dgm:cxn modelId="{678C38FD-E7C2-47BB-A0AC-4A9405F7AFAE}" type="presParOf" srcId="{93B28A97-55AA-455A-AF39-F18C7FB62C14}" destId="{C33FA5D2-7D30-4CA1-BC4F-2B74E2DAA714}" srcOrd="2" destOrd="0" presId="urn:microsoft.com/office/officeart/2018/2/layout/IconCircleList"/>
    <dgm:cxn modelId="{12089BE7-5BB7-45F0-B98B-900E8CB3348C}" type="presParOf" srcId="{93B28A97-55AA-455A-AF39-F18C7FB62C14}" destId="{67BEF59A-D135-42AC-842D-FFAF999BB92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93A6493-55F5-48A8-AB64-7950349A0CC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7927269-5E25-4F1C-A2A6-C0273C8EA680}">
      <dgm:prSet/>
      <dgm:spPr/>
      <dgm:t>
        <a:bodyPr/>
        <a:lstStyle/>
        <a:p>
          <a:pPr>
            <a:defRPr cap="all"/>
          </a:pPr>
          <a:r>
            <a:rPr lang="en-US"/>
            <a:t>Disponibilidad: % de tiempo que el sistema está operativo.</a:t>
          </a:r>
        </a:p>
      </dgm:t>
    </dgm:pt>
    <dgm:pt modelId="{0CB5F8EC-C2EF-42A9-92B0-4ACC607ED693}" type="parTrans" cxnId="{B2B01F05-0827-4546-803F-BF9CC61FCC23}">
      <dgm:prSet/>
      <dgm:spPr/>
      <dgm:t>
        <a:bodyPr/>
        <a:lstStyle/>
        <a:p>
          <a:endParaRPr lang="en-US"/>
        </a:p>
      </dgm:t>
    </dgm:pt>
    <dgm:pt modelId="{52E06AA3-C628-4749-9C09-0B9B407E1482}" type="sibTrans" cxnId="{B2B01F05-0827-4546-803F-BF9CC61FCC23}">
      <dgm:prSet/>
      <dgm:spPr/>
      <dgm:t>
        <a:bodyPr/>
        <a:lstStyle/>
        <a:p>
          <a:endParaRPr lang="en-US"/>
        </a:p>
      </dgm:t>
    </dgm:pt>
    <dgm:pt modelId="{117E03CA-371B-47E3-A3FC-E551DB11B570}">
      <dgm:prSet/>
      <dgm:spPr/>
      <dgm:t>
        <a:bodyPr/>
        <a:lstStyle/>
        <a:p>
          <a:pPr>
            <a:defRPr cap="all"/>
          </a:pPr>
          <a:r>
            <a:rPr lang="en-US"/>
            <a:t>MTBF: tiempo promedio entre fallos.</a:t>
          </a:r>
        </a:p>
      </dgm:t>
    </dgm:pt>
    <dgm:pt modelId="{9CF53B80-DE6E-4270-A5F0-3F719284360C}" type="parTrans" cxnId="{81FFCDEE-4A48-44ED-9EF9-078AE6D32414}">
      <dgm:prSet/>
      <dgm:spPr/>
      <dgm:t>
        <a:bodyPr/>
        <a:lstStyle/>
        <a:p>
          <a:endParaRPr lang="en-US"/>
        </a:p>
      </dgm:t>
    </dgm:pt>
    <dgm:pt modelId="{6B7E9207-8FC6-47EB-BE7B-49B3DB4DD81A}" type="sibTrans" cxnId="{81FFCDEE-4A48-44ED-9EF9-078AE6D32414}">
      <dgm:prSet/>
      <dgm:spPr/>
      <dgm:t>
        <a:bodyPr/>
        <a:lstStyle/>
        <a:p>
          <a:endParaRPr lang="en-US"/>
        </a:p>
      </dgm:t>
    </dgm:pt>
    <dgm:pt modelId="{29743AC3-4549-4FC3-9F69-A38A417791FD}">
      <dgm:prSet/>
      <dgm:spPr/>
      <dgm:t>
        <a:bodyPr/>
        <a:lstStyle/>
        <a:p>
          <a:pPr>
            <a:defRPr cap="all"/>
          </a:pPr>
          <a:r>
            <a:rPr lang="en-US"/>
            <a:t>MTTR: tiempo promedio para restaurar el servicio.</a:t>
          </a:r>
        </a:p>
      </dgm:t>
    </dgm:pt>
    <dgm:pt modelId="{2BB87A2A-4B63-49DB-B86F-D9719ABECC1D}" type="parTrans" cxnId="{40F49ECA-948C-4970-95BD-9876EA929F6D}">
      <dgm:prSet/>
      <dgm:spPr/>
      <dgm:t>
        <a:bodyPr/>
        <a:lstStyle/>
        <a:p>
          <a:endParaRPr lang="en-US"/>
        </a:p>
      </dgm:t>
    </dgm:pt>
    <dgm:pt modelId="{F235FDE3-337B-4230-907E-44965EAA80BD}" type="sibTrans" cxnId="{40F49ECA-948C-4970-95BD-9876EA929F6D}">
      <dgm:prSet/>
      <dgm:spPr/>
      <dgm:t>
        <a:bodyPr/>
        <a:lstStyle/>
        <a:p>
          <a:endParaRPr lang="en-US"/>
        </a:p>
      </dgm:t>
    </dgm:pt>
    <dgm:pt modelId="{CE08C23C-F522-45D3-9A50-E0FB3C6B5DF0}" type="pres">
      <dgm:prSet presAssocID="{D93A6493-55F5-48A8-AB64-7950349A0CC4}" presName="root" presStyleCnt="0">
        <dgm:presLayoutVars>
          <dgm:dir/>
          <dgm:resizeHandles val="exact"/>
        </dgm:presLayoutVars>
      </dgm:prSet>
      <dgm:spPr/>
    </dgm:pt>
    <dgm:pt modelId="{7E2304E4-08DE-4DA2-8711-E59C72A5D81C}" type="pres">
      <dgm:prSet presAssocID="{97927269-5E25-4F1C-A2A6-C0273C8EA680}" presName="compNode" presStyleCnt="0"/>
      <dgm:spPr/>
    </dgm:pt>
    <dgm:pt modelId="{D7EBD0A6-2252-4120-A186-785C7A46DBF9}" type="pres">
      <dgm:prSet presAssocID="{97927269-5E25-4F1C-A2A6-C0273C8EA680}" presName="iconBgRect" presStyleLbl="bgShp" presStyleIdx="0" presStyleCnt="3"/>
      <dgm:spPr/>
    </dgm:pt>
    <dgm:pt modelId="{08242C43-B6BF-49F8-85B0-9ECF422DF8B2}" type="pres">
      <dgm:prSet presAssocID="{97927269-5E25-4F1C-A2A6-C0273C8EA68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2AEABB6A-DD79-4BB9-8073-C7693780F101}" type="pres">
      <dgm:prSet presAssocID="{97927269-5E25-4F1C-A2A6-C0273C8EA680}" presName="spaceRect" presStyleCnt="0"/>
      <dgm:spPr/>
    </dgm:pt>
    <dgm:pt modelId="{B0F65A9E-8E36-4D67-9D93-6B4A23A40D42}" type="pres">
      <dgm:prSet presAssocID="{97927269-5E25-4F1C-A2A6-C0273C8EA680}" presName="textRect" presStyleLbl="revTx" presStyleIdx="0" presStyleCnt="3">
        <dgm:presLayoutVars>
          <dgm:chMax val="1"/>
          <dgm:chPref val="1"/>
        </dgm:presLayoutVars>
      </dgm:prSet>
      <dgm:spPr/>
    </dgm:pt>
    <dgm:pt modelId="{B96EB908-FDBD-4DD7-834C-07CA33F0A4EA}" type="pres">
      <dgm:prSet presAssocID="{52E06AA3-C628-4749-9C09-0B9B407E1482}" presName="sibTrans" presStyleCnt="0"/>
      <dgm:spPr/>
    </dgm:pt>
    <dgm:pt modelId="{EDADF1BC-B854-4405-8B0D-EA14F3989190}" type="pres">
      <dgm:prSet presAssocID="{117E03CA-371B-47E3-A3FC-E551DB11B570}" presName="compNode" presStyleCnt="0"/>
      <dgm:spPr/>
    </dgm:pt>
    <dgm:pt modelId="{9142111B-E396-43E3-825C-280B7C738F14}" type="pres">
      <dgm:prSet presAssocID="{117E03CA-371B-47E3-A3FC-E551DB11B570}" presName="iconBgRect" presStyleLbl="bgShp" presStyleIdx="1" presStyleCnt="3"/>
      <dgm:spPr/>
    </dgm:pt>
    <dgm:pt modelId="{255271D5-B0AA-47E7-92F1-96844EDF7905}" type="pres">
      <dgm:prSet presAssocID="{117E03CA-371B-47E3-A3FC-E551DB11B57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lámpagos"/>
        </a:ext>
      </dgm:extLst>
    </dgm:pt>
    <dgm:pt modelId="{875D7B99-8AFE-43B0-9A3F-212521613AF0}" type="pres">
      <dgm:prSet presAssocID="{117E03CA-371B-47E3-A3FC-E551DB11B570}" presName="spaceRect" presStyleCnt="0"/>
      <dgm:spPr/>
    </dgm:pt>
    <dgm:pt modelId="{0A7C8683-48F6-458B-BC9E-A8D789FF7CF4}" type="pres">
      <dgm:prSet presAssocID="{117E03CA-371B-47E3-A3FC-E551DB11B570}" presName="textRect" presStyleLbl="revTx" presStyleIdx="1" presStyleCnt="3">
        <dgm:presLayoutVars>
          <dgm:chMax val="1"/>
          <dgm:chPref val="1"/>
        </dgm:presLayoutVars>
      </dgm:prSet>
      <dgm:spPr/>
    </dgm:pt>
    <dgm:pt modelId="{BFB23519-3866-407A-A5F4-779FEC7CAF83}" type="pres">
      <dgm:prSet presAssocID="{6B7E9207-8FC6-47EB-BE7B-49B3DB4DD81A}" presName="sibTrans" presStyleCnt="0"/>
      <dgm:spPr/>
    </dgm:pt>
    <dgm:pt modelId="{3E71FF2D-C0CA-4A13-A84E-CFB266ADF7F6}" type="pres">
      <dgm:prSet presAssocID="{29743AC3-4549-4FC3-9F69-A38A417791FD}" presName="compNode" presStyleCnt="0"/>
      <dgm:spPr/>
    </dgm:pt>
    <dgm:pt modelId="{0EB75F9D-6B0F-4BF5-9A26-BD4C9D352F1F}" type="pres">
      <dgm:prSet presAssocID="{29743AC3-4549-4FC3-9F69-A38A417791FD}" presName="iconBgRect" presStyleLbl="bgShp" presStyleIdx="2" presStyleCnt="3"/>
      <dgm:spPr/>
    </dgm:pt>
    <dgm:pt modelId="{2B05FE41-1EA3-43DC-8FAC-DF1CA7D70117}" type="pres">
      <dgm:prSet presAssocID="{29743AC3-4549-4FC3-9F69-A38A417791F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C744EF71-7DB7-4288-B173-00488E76C247}" type="pres">
      <dgm:prSet presAssocID="{29743AC3-4549-4FC3-9F69-A38A417791FD}" presName="spaceRect" presStyleCnt="0"/>
      <dgm:spPr/>
    </dgm:pt>
    <dgm:pt modelId="{5E516BEA-FA2D-41E5-967A-7240B11B66D6}" type="pres">
      <dgm:prSet presAssocID="{29743AC3-4549-4FC3-9F69-A38A417791F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2B01F05-0827-4546-803F-BF9CC61FCC23}" srcId="{D93A6493-55F5-48A8-AB64-7950349A0CC4}" destId="{97927269-5E25-4F1C-A2A6-C0273C8EA680}" srcOrd="0" destOrd="0" parTransId="{0CB5F8EC-C2EF-42A9-92B0-4ACC607ED693}" sibTransId="{52E06AA3-C628-4749-9C09-0B9B407E1482}"/>
    <dgm:cxn modelId="{660BEE1C-F0A1-4D2B-AEEB-D591B4700ECC}" type="presOf" srcId="{117E03CA-371B-47E3-A3FC-E551DB11B570}" destId="{0A7C8683-48F6-458B-BC9E-A8D789FF7CF4}" srcOrd="0" destOrd="0" presId="urn:microsoft.com/office/officeart/2018/5/layout/IconCircleLabelList"/>
    <dgm:cxn modelId="{5354497C-6271-46A0-AC28-27B870FAC92B}" type="presOf" srcId="{D93A6493-55F5-48A8-AB64-7950349A0CC4}" destId="{CE08C23C-F522-45D3-9A50-E0FB3C6B5DF0}" srcOrd="0" destOrd="0" presId="urn:microsoft.com/office/officeart/2018/5/layout/IconCircleLabelList"/>
    <dgm:cxn modelId="{BFE240AF-65DB-4D4A-875D-640E44377A0C}" type="presOf" srcId="{29743AC3-4549-4FC3-9F69-A38A417791FD}" destId="{5E516BEA-FA2D-41E5-967A-7240B11B66D6}" srcOrd="0" destOrd="0" presId="urn:microsoft.com/office/officeart/2018/5/layout/IconCircleLabelList"/>
    <dgm:cxn modelId="{40F49ECA-948C-4970-95BD-9876EA929F6D}" srcId="{D93A6493-55F5-48A8-AB64-7950349A0CC4}" destId="{29743AC3-4549-4FC3-9F69-A38A417791FD}" srcOrd="2" destOrd="0" parTransId="{2BB87A2A-4B63-49DB-B86F-D9719ABECC1D}" sibTransId="{F235FDE3-337B-4230-907E-44965EAA80BD}"/>
    <dgm:cxn modelId="{81FFCDEE-4A48-44ED-9EF9-078AE6D32414}" srcId="{D93A6493-55F5-48A8-AB64-7950349A0CC4}" destId="{117E03CA-371B-47E3-A3FC-E551DB11B570}" srcOrd="1" destOrd="0" parTransId="{9CF53B80-DE6E-4270-A5F0-3F719284360C}" sibTransId="{6B7E9207-8FC6-47EB-BE7B-49B3DB4DD81A}"/>
    <dgm:cxn modelId="{041FF9FA-5C0F-43D2-AA27-8824D78D4364}" type="presOf" srcId="{97927269-5E25-4F1C-A2A6-C0273C8EA680}" destId="{B0F65A9E-8E36-4D67-9D93-6B4A23A40D42}" srcOrd="0" destOrd="0" presId="urn:microsoft.com/office/officeart/2018/5/layout/IconCircleLabelList"/>
    <dgm:cxn modelId="{3F246EA7-AF8A-49A3-8C3E-C51B53BA7279}" type="presParOf" srcId="{CE08C23C-F522-45D3-9A50-E0FB3C6B5DF0}" destId="{7E2304E4-08DE-4DA2-8711-E59C72A5D81C}" srcOrd="0" destOrd="0" presId="urn:microsoft.com/office/officeart/2018/5/layout/IconCircleLabelList"/>
    <dgm:cxn modelId="{CE25134F-CCF6-4EFB-AB80-C1BE0D53B7AC}" type="presParOf" srcId="{7E2304E4-08DE-4DA2-8711-E59C72A5D81C}" destId="{D7EBD0A6-2252-4120-A186-785C7A46DBF9}" srcOrd="0" destOrd="0" presId="urn:microsoft.com/office/officeart/2018/5/layout/IconCircleLabelList"/>
    <dgm:cxn modelId="{75973FD2-85A2-44E7-9873-80A35ED51FDA}" type="presParOf" srcId="{7E2304E4-08DE-4DA2-8711-E59C72A5D81C}" destId="{08242C43-B6BF-49F8-85B0-9ECF422DF8B2}" srcOrd="1" destOrd="0" presId="urn:microsoft.com/office/officeart/2018/5/layout/IconCircleLabelList"/>
    <dgm:cxn modelId="{64079856-A79A-45FB-9992-A17720EF467F}" type="presParOf" srcId="{7E2304E4-08DE-4DA2-8711-E59C72A5D81C}" destId="{2AEABB6A-DD79-4BB9-8073-C7693780F101}" srcOrd="2" destOrd="0" presId="urn:microsoft.com/office/officeart/2018/5/layout/IconCircleLabelList"/>
    <dgm:cxn modelId="{287A2E04-CF31-46EC-9CC6-224F23A18E0F}" type="presParOf" srcId="{7E2304E4-08DE-4DA2-8711-E59C72A5D81C}" destId="{B0F65A9E-8E36-4D67-9D93-6B4A23A40D42}" srcOrd="3" destOrd="0" presId="urn:microsoft.com/office/officeart/2018/5/layout/IconCircleLabelList"/>
    <dgm:cxn modelId="{1BE756AE-2024-4D27-92B9-479F254468CB}" type="presParOf" srcId="{CE08C23C-F522-45D3-9A50-E0FB3C6B5DF0}" destId="{B96EB908-FDBD-4DD7-834C-07CA33F0A4EA}" srcOrd="1" destOrd="0" presId="urn:microsoft.com/office/officeart/2018/5/layout/IconCircleLabelList"/>
    <dgm:cxn modelId="{CCFE0344-E5DD-4DFC-88DC-FA3DCE2DF556}" type="presParOf" srcId="{CE08C23C-F522-45D3-9A50-E0FB3C6B5DF0}" destId="{EDADF1BC-B854-4405-8B0D-EA14F3989190}" srcOrd="2" destOrd="0" presId="urn:microsoft.com/office/officeart/2018/5/layout/IconCircleLabelList"/>
    <dgm:cxn modelId="{E21CBCB5-9613-436B-8C2C-94572258B426}" type="presParOf" srcId="{EDADF1BC-B854-4405-8B0D-EA14F3989190}" destId="{9142111B-E396-43E3-825C-280B7C738F14}" srcOrd="0" destOrd="0" presId="urn:microsoft.com/office/officeart/2018/5/layout/IconCircleLabelList"/>
    <dgm:cxn modelId="{BEA773D1-0B56-44BB-8D89-2BD11F78CFBE}" type="presParOf" srcId="{EDADF1BC-B854-4405-8B0D-EA14F3989190}" destId="{255271D5-B0AA-47E7-92F1-96844EDF7905}" srcOrd="1" destOrd="0" presId="urn:microsoft.com/office/officeart/2018/5/layout/IconCircleLabelList"/>
    <dgm:cxn modelId="{E025498B-7169-45BA-AB89-1BE67C25B47C}" type="presParOf" srcId="{EDADF1BC-B854-4405-8B0D-EA14F3989190}" destId="{875D7B99-8AFE-43B0-9A3F-212521613AF0}" srcOrd="2" destOrd="0" presId="urn:microsoft.com/office/officeart/2018/5/layout/IconCircleLabelList"/>
    <dgm:cxn modelId="{556F71AE-0615-4902-9460-D2BEF75FB2FB}" type="presParOf" srcId="{EDADF1BC-B854-4405-8B0D-EA14F3989190}" destId="{0A7C8683-48F6-458B-BC9E-A8D789FF7CF4}" srcOrd="3" destOrd="0" presId="urn:microsoft.com/office/officeart/2018/5/layout/IconCircleLabelList"/>
    <dgm:cxn modelId="{69B29C9E-2FAF-496E-AEE6-A7D6A22F7D6E}" type="presParOf" srcId="{CE08C23C-F522-45D3-9A50-E0FB3C6B5DF0}" destId="{BFB23519-3866-407A-A5F4-779FEC7CAF83}" srcOrd="3" destOrd="0" presId="urn:microsoft.com/office/officeart/2018/5/layout/IconCircleLabelList"/>
    <dgm:cxn modelId="{31537C7D-ABB8-4E0E-84FA-20765DA62D53}" type="presParOf" srcId="{CE08C23C-F522-45D3-9A50-E0FB3C6B5DF0}" destId="{3E71FF2D-C0CA-4A13-A84E-CFB266ADF7F6}" srcOrd="4" destOrd="0" presId="urn:microsoft.com/office/officeart/2018/5/layout/IconCircleLabelList"/>
    <dgm:cxn modelId="{56A83818-256B-4ED9-A8FB-EDC5F7662A11}" type="presParOf" srcId="{3E71FF2D-C0CA-4A13-A84E-CFB266ADF7F6}" destId="{0EB75F9D-6B0F-4BF5-9A26-BD4C9D352F1F}" srcOrd="0" destOrd="0" presId="urn:microsoft.com/office/officeart/2018/5/layout/IconCircleLabelList"/>
    <dgm:cxn modelId="{7C3D1AA6-40A3-4D7E-A0E4-897656D6949D}" type="presParOf" srcId="{3E71FF2D-C0CA-4A13-A84E-CFB266ADF7F6}" destId="{2B05FE41-1EA3-43DC-8FAC-DF1CA7D70117}" srcOrd="1" destOrd="0" presId="urn:microsoft.com/office/officeart/2018/5/layout/IconCircleLabelList"/>
    <dgm:cxn modelId="{45B4B378-17B9-4356-A3AE-6A7873270ABD}" type="presParOf" srcId="{3E71FF2D-C0CA-4A13-A84E-CFB266ADF7F6}" destId="{C744EF71-7DB7-4288-B173-00488E76C247}" srcOrd="2" destOrd="0" presId="urn:microsoft.com/office/officeart/2018/5/layout/IconCircleLabelList"/>
    <dgm:cxn modelId="{0B14CDF5-1EF0-4072-881B-C9BCEC5164D0}" type="presParOf" srcId="{3E71FF2D-C0CA-4A13-A84E-CFB266ADF7F6}" destId="{5E516BEA-FA2D-41E5-967A-7240B11B66D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0F0373F-30DD-4914-9B4E-6DDB98AC858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93BAE6F-9D82-47A2-A30F-68020FC19BFC}">
      <dgm:prSet/>
      <dgm:spPr/>
      <dgm:t>
        <a:bodyPr/>
        <a:lstStyle/>
        <a:p>
          <a:pPr>
            <a:defRPr cap="all"/>
          </a:pPr>
          <a:r>
            <a:rPr lang="en-US"/>
            <a:t>JMeter, Apache Bench (ab)</a:t>
          </a:r>
        </a:p>
      </dgm:t>
    </dgm:pt>
    <dgm:pt modelId="{4F5F2F3B-8AC6-46AD-821A-B30651C616CE}" type="parTrans" cxnId="{0EF547D0-5202-4E9F-96F2-502ACEE6C5E9}">
      <dgm:prSet/>
      <dgm:spPr/>
      <dgm:t>
        <a:bodyPr/>
        <a:lstStyle/>
        <a:p>
          <a:endParaRPr lang="en-US"/>
        </a:p>
      </dgm:t>
    </dgm:pt>
    <dgm:pt modelId="{661B2D69-B0C9-42D3-8705-1124A177B5E4}" type="sibTrans" cxnId="{0EF547D0-5202-4E9F-96F2-502ACEE6C5E9}">
      <dgm:prSet/>
      <dgm:spPr/>
      <dgm:t>
        <a:bodyPr/>
        <a:lstStyle/>
        <a:p>
          <a:endParaRPr lang="en-US"/>
        </a:p>
      </dgm:t>
    </dgm:pt>
    <dgm:pt modelId="{888C42AD-C71A-4761-9712-7ECDDB4CBD5A}">
      <dgm:prSet/>
      <dgm:spPr/>
      <dgm:t>
        <a:bodyPr/>
        <a:lstStyle/>
        <a:p>
          <a:pPr>
            <a:defRPr cap="all"/>
          </a:pPr>
          <a:r>
            <a:rPr lang="en-US"/>
            <a:t>New Relic, Dynatrace, Datadog</a:t>
          </a:r>
        </a:p>
      </dgm:t>
    </dgm:pt>
    <dgm:pt modelId="{949F34E7-F149-4389-A36C-FB8F99CB9D9A}" type="parTrans" cxnId="{01D2CC6C-B829-405C-939C-AC49C1B60339}">
      <dgm:prSet/>
      <dgm:spPr/>
      <dgm:t>
        <a:bodyPr/>
        <a:lstStyle/>
        <a:p>
          <a:endParaRPr lang="en-US"/>
        </a:p>
      </dgm:t>
    </dgm:pt>
    <dgm:pt modelId="{D69FCE25-014A-482F-9432-923E5017B49C}" type="sibTrans" cxnId="{01D2CC6C-B829-405C-939C-AC49C1B60339}">
      <dgm:prSet/>
      <dgm:spPr/>
      <dgm:t>
        <a:bodyPr/>
        <a:lstStyle/>
        <a:p>
          <a:endParaRPr lang="en-US"/>
        </a:p>
      </dgm:t>
    </dgm:pt>
    <dgm:pt modelId="{9C98A160-9DC9-422B-B2DA-821C2EDD4A51}">
      <dgm:prSet/>
      <dgm:spPr/>
      <dgm:t>
        <a:bodyPr/>
        <a:lstStyle/>
        <a:p>
          <a:pPr>
            <a:defRPr cap="all"/>
          </a:pPr>
          <a:r>
            <a:rPr lang="en-US"/>
            <a:t>Prometheus + Grafana</a:t>
          </a:r>
        </a:p>
      </dgm:t>
    </dgm:pt>
    <dgm:pt modelId="{6D8C2FAC-D5AA-4DDD-9523-C1D4EFB0DEBF}" type="parTrans" cxnId="{BE3FB304-2F76-4EC1-8CB9-1919BC36EDA2}">
      <dgm:prSet/>
      <dgm:spPr/>
      <dgm:t>
        <a:bodyPr/>
        <a:lstStyle/>
        <a:p>
          <a:endParaRPr lang="en-US"/>
        </a:p>
      </dgm:t>
    </dgm:pt>
    <dgm:pt modelId="{7255F3FD-E173-4B5E-A7C0-BB9E0337BC36}" type="sibTrans" cxnId="{BE3FB304-2F76-4EC1-8CB9-1919BC36EDA2}">
      <dgm:prSet/>
      <dgm:spPr/>
      <dgm:t>
        <a:bodyPr/>
        <a:lstStyle/>
        <a:p>
          <a:endParaRPr lang="en-US"/>
        </a:p>
      </dgm:t>
    </dgm:pt>
    <dgm:pt modelId="{EA27B3BD-DC43-4F36-8873-62E899A7860C}">
      <dgm:prSet/>
      <dgm:spPr/>
      <dgm:t>
        <a:bodyPr/>
        <a:lstStyle/>
        <a:p>
          <a:pPr>
            <a:defRPr cap="all"/>
          </a:pPr>
          <a:r>
            <a:rPr lang="en-US"/>
            <a:t>Herramientas del navegador (DevTools)</a:t>
          </a:r>
        </a:p>
      </dgm:t>
    </dgm:pt>
    <dgm:pt modelId="{40175D36-41E0-4A93-B4CD-5251D765DA6B}" type="parTrans" cxnId="{78BB1B70-17A4-40C7-AB35-AA3E9B46747F}">
      <dgm:prSet/>
      <dgm:spPr/>
      <dgm:t>
        <a:bodyPr/>
        <a:lstStyle/>
        <a:p>
          <a:endParaRPr lang="en-US"/>
        </a:p>
      </dgm:t>
    </dgm:pt>
    <dgm:pt modelId="{48F81ACC-76F6-4815-97DA-CD1DE5481C88}" type="sibTrans" cxnId="{78BB1B70-17A4-40C7-AB35-AA3E9B46747F}">
      <dgm:prSet/>
      <dgm:spPr/>
      <dgm:t>
        <a:bodyPr/>
        <a:lstStyle/>
        <a:p>
          <a:endParaRPr lang="en-US"/>
        </a:p>
      </dgm:t>
    </dgm:pt>
    <dgm:pt modelId="{0E2257EC-91D9-4A11-996A-C47B8C16EBC3}" type="pres">
      <dgm:prSet presAssocID="{70F0373F-30DD-4914-9B4E-6DDB98AC858C}" presName="root" presStyleCnt="0">
        <dgm:presLayoutVars>
          <dgm:dir/>
          <dgm:resizeHandles val="exact"/>
        </dgm:presLayoutVars>
      </dgm:prSet>
      <dgm:spPr/>
    </dgm:pt>
    <dgm:pt modelId="{83F759FB-9631-4A5D-BB7A-A4ED962D4A42}" type="pres">
      <dgm:prSet presAssocID="{B93BAE6F-9D82-47A2-A30F-68020FC19BFC}" presName="compNode" presStyleCnt="0"/>
      <dgm:spPr/>
    </dgm:pt>
    <dgm:pt modelId="{ABC8D75C-9087-4B01-BC99-A767850370F1}" type="pres">
      <dgm:prSet presAssocID="{B93BAE6F-9D82-47A2-A30F-68020FC19BFC}" presName="iconBgRect" presStyleLbl="bgShp" presStyleIdx="0" presStyleCnt="4"/>
      <dgm:spPr/>
    </dgm:pt>
    <dgm:pt modelId="{D4F68843-2DCF-4354-9E75-B9004AD876E0}" type="pres">
      <dgm:prSet presAssocID="{B93BAE6F-9D82-47A2-A30F-68020FC19BF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BBED7FEA-7BFC-448A-9D98-21A1456A8E5A}" type="pres">
      <dgm:prSet presAssocID="{B93BAE6F-9D82-47A2-A30F-68020FC19BFC}" presName="spaceRect" presStyleCnt="0"/>
      <dgm:spPr/>
    </dgm:pt>
    <dgm:pt modelId="{CE08D058-0962-41AD-9203-C1C625FD2D41}" type="pres">
      <dgm:prSet presAssocID="{B93BAE6F-9D82-47A2-A30F-68020FC19BFC}" presName="textRect" presStyleLbl="revTx" presStyleIdx="0" presStyleCnt="4">
        <dgm:presLayoutVars>
          <dgm:chMax val="1"/>
          <dgm:chPref val="1"/>
        </dgm:presLayoutVars>
      </dgm:prSet>
      <dgm:spPr/>
    </dgm:pt>
    <dgm:pt modelId="{0081F449-06CB-4F42-BAB0-FE4D7BEEFB9F}" type="pres">
      <dgm:prSet presAssocID="{661B2D69-B0C9-42D3-8705-1124A177B5E4}" presName="sibTrans" presStyleCnt="0"/>
      <dgm:spPr/>
    </dgm:pt>
    <dgm:pt modelId="{864E0A8A-3E8B-425D-A464-ADABE98B8871}" type="pres">
      <dgm:prSet presAssocID="{888C42AD-C71A-4761-9712-7ECDDB4CBD5A}" presName="compNode" presStyleCnt="0"/>
      <dgm:spPr/>
    </dgm:pt>
    <dgm:pt modelId="{F23BD0D2-0BA0-4768-9AC0-47DF684E5E90}" type="pres">
      <dgm:prSet presAssocID="{888C42AD-C71A-4761-9712-7ECDDB4CBD5A}" presName="iconBgRect" presStyleLbl="bgShp" presStyleIdx="1" presStyleCnt="4"/>
      <dgm:spPr/>
    </dgm:pt>
    <dgm:pt modelId="{F6BDE6BE-2911-40E5-813F-F1A9DA8FDFF7}" type="pres">
      <dgm:prSet presAssocID="{888C42AD-C71A-4761-9712-7ECDDB4CBD5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ápida"/>
        </a:ext>
      </dgm:extLst>
    </dgm:pt>
    <dgm:pt modelId="{DD95F74F-7FDE-4287-97DE-ACCCA8102FA5}" type="pres">
      <dgm:prSet presAssocID="{888C42AD-C71A-4761-9712-7ECDDB4CBD5A}" presName="spaceRect" presStyleCnt="0"/>
      <dgm:spPr/>
    </dgm:pt>
    <dgm:pt modelId="{A27EE3A2-D45F-478C-AA42-A8F8C71DE140}" type="pres">
      <dgm:prSet presAssocID="{888C42AD-C71A-4761-9712-7ECDDB4CBD5A}" presName="textRect" presStyleLbl="revTx" presStyleIdx="1" presStyleCnt="4">
        <dgm:presLayoutVars>
          <dgm:chMax val="1"/>
          <dgm:chPref val="1"/>
        </dgm:presLayoutVars>
      </dgm:prSet>
      <dgm:spPr/>
    </dgm:pt>
    <dgm:pt modelId="{C5194294-CB95-4248-A462-3FC2791F7CF7}" type="pres">
      <dgm:prSet presAssocID="{D69FCE25-014A-482F-9432-923E5017B49C}" presName="sibTrans" presStyleCnt="0"/>
      <dgm:spPr/>
    </dgm:pt>
    <dgm:pt modelId="{42457FE4-96E6-4D98-95B3-3E9B689EAA0A}" type="pres">
      <dgm:prSet presAssocID="{9C98A160-9DC9-422B-B2DA-821C2EDD4A51}" presName="compNode" presStyleCnt="0"/>
      <dgm:spPr/>
    </dgm:pt>
    <dgm:pt modelId="{D167BD54-A6DC-49E4-906A-E10B2F1B5790}" type="pres">
      <dgm:prSet presAssocID="{9C98A160-9DC9-422B-B2DA-821C2EDD4A51}" presName="iconBgRect" presStyleLbl="bgShp" presStyleIdx="2" presStyleCnt="4"/>
      <dgm:spPr/>
    </dgm:pt>
    <dgm:pt modelId="{C8C138CF-0B34-4C20-9234-2442C70614A5}" type="pres">
      <dgm:prSet presAssocID="{9C98A160-9DC9-422B-B2DA-821C2EDD4A5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ego"/>
        </a:ext>
      </dgm:extLst>
    </dgm:pt>
    <dgm:pt modelId="{CE4B2D6E-583B-4ACD-A814-97F80DBDE74D}" type="pres">
      <dgm:prSet presAssocID="{9C98A160-9DC9-422B-B2DA-821C2EDD4A51}" presName="spaceRect" presStyleCnt="0"/>
      <dgm:spPr/>
    </dgm:pt>
    <dgm:pt modelId="{95394AC2-9ABA-4101-8CEC-16008715E19F}" type="pres">
      <dgm:prSet presAssocID="{9C98A160-9DC9-422B-B2DA-821C2EDD4A51}" presName="textRect" presStyleLbl="revTx" presStyleIdx="2" presStyleCnt="4">
        <dgm:presLayoutVars>
          <dgm:chMax val="1"/>
          <dgm:chPref val="1"/>
        </dgm:presLayoutVars>
      </dgm:prSet>
      <dgm:spPr/>
    </dgm:pt>
    <dgm:pt modelId="{38E72F0F-AA6B-4CD6-9BAC-14AF3D268049}" type="pres">
      <dgm:prSet presAssocID="{7255F3FD-E173-4B5E-A7C0-BB9E0337BC36}" presName="sibTrans" presStyleCnt="0"/>
      <dgm:spPr/>
    </dgm:pt>
    <dgm:pt modelId="{0845A439-2935-45B1-AAFC-D93E3F616762}" type="pres">
      <dgm:prSet presAssocID="{EA27B3BD-DC43-4F36-8873-62E899A7860C}" presName="compNode" presStyleCnt="0"/>
      <dgm:spPr/>
    </dgm:pt>
    <dgm:pt modelId="{EDA9939F-4E1F-413D-B5AE-FBCDEC040039}" type="pres">
      <dgm:prSet presAssocID="{EA27B3BD-DC43-4F36-8873-62E899A7860C}" presName="iconBgRect" presStyleLbl="bgShp" presStyleIdx="3" presStyleCnt="4"/>
      <dgm:spPr/>
    </dgm:pt>
    <dgm:pt modelId="{62662714-DE30-48C5-9B7A-C102FF48230A}" type="pres">
      <dgm:prSet presAssocID="{EA27B3BD-DC43-4F36-8873-62E899A7860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dicador"/>
        </a:ext>
      </dgm:extLst>
    </dgm:pt>
    <dgm:pt modelId="{8A3A01A1-E396-40C1-BFBE-1C9F80E0ECC0}" type="pres">
      <dgm:prSet presAssocID="{EA27B3BD-DC43-4F36-8873-62E899A7860C}" presName="spaceRect" presStyleCnt="0"/>
      <dgm:spPr/>
    </dgm:pt>
    <dgm:pt modelId="{563BBAD3-9283-4402-9B64-91A9B421AF57}" type="pres">
      <dgm:prSet presAssocID="{EA27B3BD-DC43-4F36-8873-62E899A7860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E3FB304-2F76-4EC1-8CB9-1919BC36EDA2}" srcId="{70F0373F-30DD-4914-9B4E-6DDB98AC858C}" destId="{9C98A160-9DC9-422B-B2DA-821C2EDD4A51}" srcOrd="2" destOrd="0" parTransId="{6D8C2FAC-D5AA-4DDD-9523-C1D4EFB0DEBF}" sibTransId="{7255F3FD-E173-4B5E-A7C0-BB9E0337BC36}"/>
    <dgm:cxn modelId="{6CC4941D-E48A-48C0-8524-7C6F64DB6E2B}" type="presOf" srcId="{9C98A160-9DC9-422B-B2DA-821C2EDD4A51}" destId="{95394AC2-9ABA-4101-8CEC-16008715E19F}" srcOrd="0" destOrd="0" presId="urn:microsoft.com/office/officeart/2018/5/layout/IconCircleLabelList"/>
    <dgm:cxn modelId="{1FE9F434-3D2D-4EEB-A750-B144BCAD7BDC}" type="presOf" srcId="{70F0373F-30DD-4914-9B4E-6DDB98AC858C}" destId="{0E2257EC-91D9-4A11-996A-C47B8C16EBC3}" srcOrd="0" destOrd="0" presId="urn:microsoft.com/office/officeart/2018/5/layout/IconCircleLabelList"/>
    <dgm:cxn modelId="{F8EC984A-119E-4B19-8E3C-7291065AD5AC}" type="presOf" srcId="{888C42AD-C71A-4761-9712-7ECDDB4CBD5A}" destId="{A27EE3A2-D45F-478C-AA42-A8F8C71DE140}" srcOrd="0" destOrd="0" presId="urn:microsoft.com/office/officeart/2018/5/layout/IconCircleLabelList"/>
    <dgm:cxn modelId="{01D2CC6C-B829-405C-939C-AC49C1B60339}" srcId="{70F0373F-30DD-4914-9B4E-6DDB98AC858C}" destId="{888C42AD-C71A-4761-9712-7ECDDB4CBD5A}" srcOrd="1" destOrd="0" parTransId="{949F34E7-F149-4389-A36C-FB8F99CB9D9A}" sibTransId="{D69FCE25-014A-482F-9432-923E5017B49C}"/>
    <dgm:cxn modelId="{78BB1B70-17A4-40C7-AB35-AA3E9B46747F}" srcId="{70F0373F-30DD-4914-9B4E-6DDB98AC858C}" destId="{EA27B3BD-DC43-4F36-8873-62E899A7860C}" srcOrd="3" destOrd="0" parTransId="{40175D36-41E0-4A93-B4CD-5251D765DA6B}" sibTransId="{48F81ACC-76F6-4815-97DA-CD1DE5481C88}"/>
    <dgm:cxn modelId="{D53F0F7C-DA15-4A5E-BAA3-CBE4DFCDC9B0}" type="presOf" srcId="{B93BAE6F-9D82-47A2-A30F-68020FC19BFC}" destId="{CE08D058-0962-41AD-9203-C1C625FD2D41}" srcOrd="0" destOrd="0" presId="urn:microsoft.com/office/officeart/2018/5/layout/IconCircleLabelList"/>
    <dgm:cxn modelId="{95F2E88A-E436-455C-82CE-72715EC82840}" type="presOf" srcId="{EA27B3BD-DC43-4F36-8873-62E899A7860C}" destId="{563BBAD3-9283-4402-9B64-91A9B421AF57}" srcOrd="0" destOrd="0" presId="urn:microsoft.com/office/officeart/2018/5/layout/IconCircleLabelList"/>
    <dgm:cxn modelId="{0EF547D0-5202-4E9F-96F2-502ACEE6C5E9}" srcId="{70F0373F-30DD-4914-9B4E-6DDB98AC858C}" destId="{B93BAE6F-9D82-47A2-A30F-68020FC19BFC}" srcOrd="0" destOrd="0" parTransId="{4F5F2F3B-8AC6-46AD-821A-B30651C616CE}" sibTransId="{661B2D69-B0C9-42D3-8705-1124A177B5E4}"/>
    <dgm:cxn modelId="{6D8062CD-2DB3-4E1E-A278-3BAB6E143215}" type="presParOf" srcId="{0E2257EC-91D9-4A11-996A-C47B8C16EBC3}" destId="{83F759FB-9631-4A5D-BB7A-A4ED962D4A42}" srcOrd="0" destOrd="0" presId="urn:microsoft.com/office/officeart/2018/5/layout/IconCircleLabelList"/>
    <dgm:cxn modelId="{FD8E3314-D705-45D4-8872-2287175A691C}" type="presParOf" srcId="{83F759FB-9631-4A5D-BB7A-A4ED962D4A42}" destId="{ABC8D75C-9087-4B01-BC99-A767850370F1}" srcOrd="0" destOrd="0" presId="urn:microsoft.com/office/officeart/2018/5/layout/IconCircleLabelList"/>
    <dgm:cxn modelId="{1C3FF072-4CCD-44F3-A3B4-40167FA0BA57}" type="presParOf" srcId="{83F759FB-9631-4A5D-BB7A-A4ED962D4A42}" destId="{D4F68843-2DCF-4354-9E75-B9004AD876E0}" srcOrd="1" destOrd="0" presId="urn:microsoft.com/office/officeart/2018/5/layout/IconCircleLabelList"/>
    <dgm:cxn modelId="{0D2B2271-8B03-4654-81EE-6B251AE36BB8}" type="presParOf" srcId="{83F759FB-9631-4A5D-BB7A-A4ED962D4A42}" destId="{BBED7FEA-7BFC-448A-9D98-21A1456A8E5A}" srcOrd="2" destOrd="0" presId="urn:microsoft.com/office/officeart/2018/5/layout/IconCircleLabelList"/>
    <dgm:cxn modelId="{F2F666D3-AD78-4107-8DBC-84C15477E490}" type="presParOf" srcId="{83F759FB-9631-4A5D-BB7A-A4ED962D4A42}" destId="{CE08D058-0962-41AD-9203-C1C625FD2D41}" srcOrd="3" destOrd="0" presId="urn:microsoft.com/office/officeart/2018/5/layout/IconCircleLabelList"/>
    <dgm:cxn modelId="{1617DB1A-6F9F-4FE4-AE7C-846511FDB97A}" type="presParOf" srcId="{0E2257EC-91D9-4A11-996A-C47B8C16EBC3}" destId="{0081F449-06CB-4F42-BAB0-FE4D7BEEFB9F}" srcOrd="1" destOrd="0" presId="urn:microsoft.com/office/officeart/2018/5/layout/IconCircleLabelList"/>
    <dgm:cxn modelId="{14AE5982-4D7B-495D-874C-A129F1EEF36F}" type="presParOf" srcId="{0E2257EC-91D9-4A11-996A-C47B8C16EBC3}" destId="{864E0A8A-3E8B-425D-A464-ADABE98B8871}" srcOrd="2" destOrd="0" presId="urn:microsoft.com/office/officeart/2018/5/layout/IconCircleLabelList"/>
    <dgm:cxn modelId="{185B1168-FA0D-49A8-8E78-97448FEBB86E}" type="presParOf" srcId="{864E0A8A-3E8B-425D-A464-ADABE98B8871}" destId="{F23BD0D2-0BA0-4768-9AC0-47DF684E5E90}" srcOrd="0" destOrd="0" presId="urn:microsoft.com/office/officeart/2018/5/layout/IconCircleLabelList"/>
    <dgm:cxn modelId="{E4171B40-4E6E-4377-95F7-BE27C9BD1A40}" type="presParOf" srcId="{864E0A8A-3E8B-425D-A464-ADABE98B8871}" destId="{F6BDE6BE-2911-40E5-813F-F1A9DA8FDFF7}" srcOrd="1" destOrd="0" presId="urn:microsoft.com/office/officeart/2018/5/layout/IconCircleLabelList"/>
    <dgm:cxn modelId="{0F554CB8-C326-4F9E-80E0-D09DC58E6446}" type="presParOf" srcId="{864E0A8A-3E8B-425D-A464-ADABE98B8871}" destId="{DD95F74F-7FDE-4287-97DE-ACCCA8102FA5}" srcOrd="2" destOrd="0" presId="urn:microsoft.com/office/officeart/2018/5/layout/IconCircleLabelList"/>
    <dgm:cxn modelId="{2F0F6A2A-853E-4EF6-B76D-E2FC6CEF2B9B}" type="presParOf" srcId="{864E0A8A-3E8B-425D-A464-ADABE98B8871}" destId="{A27EE3A2-D45F-478C-AA42-A8F8C71DE140}" srcOrd="3" destOrd="0" presId="urn:microsoft.com/office/officeart/2018/5/layout/IconCircleLabelList"/>
    <dgm:cxn modelId="{C573B92C-6BC5-457D-8CCC-B24196594450}" type="presParOf" srcId="{0E2257EC-91D9-4A11-996A-C47B8C16EBC3}" destId="{C5194294-CB95-4248-A462-3FC2791F7CF7}" srcOrd="3" destOrd="0" presId="urn:microsoft.com/office/officeart/2018/5/layout/IconCircleLabelList"/>
    <dgm:cxn modelId="{90EC6DF8-0759-4D2F-BFB3-71B3388D49A2}" type="presParOf" srcId="{0E2257EC-91D9-4A11-996A-C47B8C16EBC3}" destId="{42457FE4-96E6-4D98-95B3-3E9B689EAA0A}" srcOrd="4" destOrd="0" presId="urn:microsoft.com/office/officeart/2018/5/layout/IconCircleLabelList"/>
    <dgm:cxn modelId="{1CDC3EA3-0DA6-4831-87ED-DC6612F30098}" type="presParOf" srcId="{42457FE4-96E6-4D98-95B3-3E9B689EAA0A}" destId="{D167BD54-A6DC-49E4-906A-E10B2F1B5790}" srcOrd="0" destOrd="0" presId="urn:microsoft.com/office/officeart/2018/5/layout/IconCircleLabelList"/>
    <dgm:cxn modelId="{CC022533-56A3-47DE-85EE-50FEFC66CA6C}" type="presParOf" srcId="{42457FE4-96E6-4D98-95B3-3E9B689EAA0A}" destId="{C8C138CF-0B34-4C20-9234-2442C70614A5}" srcOrd="1" destOrd="0" presId="urn:microsoft.com/office/officeart/2018/5/layout/IconCircleLabelList"/>
    <dgm:cxn modelId="{9E45F785-9090-4F47-9999-6737B0EF0559}" type="presParOf" srcId="{42457FE4-96E6-4D98-95B3-3E9B689EAA0A}" destId="{CE4B2D6E-583B-4ACD-A814-97F80DBDE74D}" srcOrd="2" destOrd="0" presId="urn:microsoft.com/office/officeart/2018/5/layout/IconCircleLabelList"/>
    <dgm:cxn modelId="{FE78AFFF-20A1-4D6B-9199-6687FF905B18}" type="presParOf" srcId="{42457FE4-96E6-4D98-95B3-3E9B689EAA0A}" destId="{95394AC2-9ABA-4101-8CEC-16008715E19F}" srcOrd="3" destOrd="0" presId="urn:microsoft.com/office/officeart/2018/5/layout/IconCircleLabelList"/>
    <dgm:cxn modelId="{7AEE527C-C0FC-48AE-A973-B915050521AD}" type="presParOf" srcId="{0E2257EC-91D9-4A11-996A-C47B8C16EBC3}" destId="{38E72F0F-AA6B-4CD6-9BAC-14AF3D268049}" srcOrd="5" destOrd="0" presId="urn:microsoft.com/office/officeart/2018/5/layout/IconCircleLabelList"/>
    <dgm:cxn modelId="{4FFABD46-C841-49B5-9876-C6F8C8D7F623}" type="presParOf" srcId="{0E2257EC-91D9-4A11-996A-C47B8C16EBC3}" destId="{0845A439-2935-45B1-AAFC-D93E3F616762}" srcOrd="6" destOrd="0" presId="urn:microsoft.com/office/officeart/2018/5/layout/IconCircleLabelList"/>
    <dgm:cxn modelId="{7AD431AF-9F8E-47F7-8A70-B4A9CB3045A5}" type="presParOf" srcId="{0845A439-2935-45B1-AAFC-D93E3F616762}" destId="{EDA9939F-4E1F-413D-B5AE-FBCDEC040039}" srcOrd="0" destOrd="0" presId="urn:microsoft.com/office/officeart/2018/5/layout/IconCircleLabelList"/>
    <dgm:cxn modelId="{95BB8E34-6544-4EDB-B5D8-88CCFFB4BB19}" type="presParOf" srcId="{0845A439-2935-45B1-AAFC-D93E3F616762}" destId="{62662714-DE30-48C5-9B7A-C102FF48230A}" srcOrd="1" destOrd="0" presId="urn:microsoft.com/office/officeart/2018/5/layout/IconCircleLabelList"/>
    <dgm:cxn modelId="{CE0116CC-7E19-42F8-847D-898D660E4ECA}" type="presParOf" srcId="{0845A439-2935-45B1-AAFC-D93E3F616762}" destId="{8A3A01A1-E396-40C1-BFBE-1C9F80E0ECC0}" srcOrd="2" destOrd="0" presId="urn:microsoft.com/office/officeart/2018/5/layout/IconCircleLabelList"/>
    <dgm:cxn modelId="{C63D755C-C40C-4978-82B0-D67AE8AC0E29}" type="presParOf" srcId="{0845A439-2935-45B1-AAFC-D93E3F616762}" destId="{563BBAD3-9283-4402-9B64-91A9B421AF5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93F1C03-EE48-4D2F-AC6F-456E0E8B0603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CDCF64C-4C6C-4333-AD1C-98ED97E0A56A}">
      <dgm:prSet/>
      <dgm:spPr/>
      <dgm:t>
        <a:bodyPr/>
        <a:lstStyle/>
        <a:p>
          <a:r>
            <a:rPr lang="en-US"/>
            <a:t>Definir métricas clave según objetivos del sistema.</a:t>
          </a:r>
        </a:p>
      </dgm:t>
    </dgm:pt>
    <dgm:pt modelId="{3510246F-6CB2-4564-B475-36A7BF75C225}" type="parTrans" cxnId="{397D748E-6AA0-47C8-8E22-2E26E4E6A0CC}">
      <dgm:prSet/>
      <dgm:spPr/>
      <dgm:t>
        <a:bodyPr/>
        <a:lstStyle/>
        <a:p>
          <a:endParaRPr lang="en-US"/>
        </a:p>
      </dgm:t>
    </dgm:pt>
    <dgm:pt modelId="{FC33CA50-BD27-41D1-9515-D7CA52B7709E}" type="sibTrans" cxnId="{397D748E-6AA0-47C8-8E22-2E26E4E6A0CC}">
      <dgm:prSet/>
      <dgm:spPr/>
      <dgm:t>
        <a:bodyPr/>
        <a:lstStyle/>
        <a:p>
          <a:endParaRPr lang="en-US"/>
        </a:p>
      </dgm:t>
    </dgm:pt>
    <dgm:pt modelId="{3056D744-FDEE-469C-947B-F0576B94549A}">
      <dgm:prSet/>
      <dgm:spPr/>
      <dgm:t>
        <a:bodyPr/>
        <a:lstStyle/>
        <a:p>
          <a:r>
            <a:rPr lang="en-US"/>
            <a:t>Medir en condiciones reales o simuladas.</a:t>
          </a:r>
        </a:p>
      </dgm:t>
    </dgm:pt>
    <dgm:pt modelId="{BD1250F4-E1A9-4686-9303-4A1A7C52B037}" type="parTrans" cxnId="{E805EB5B-EE71-469A-B52B-F2CC72865C6C}">
      <dgm:prSet/>
      <dgm:spPr/>
      <dgm:t>
        <a:bodyPr/>
        <a:lstStyle/>
        <a:p>
          <a:endParaRPr lang="en-US"/>
        </a:p>
      </dgm:t>
    </dgm:pt>
    <dgm:pt modelId="{BD5B2C5F-7D84-4E5F-8241-CAECD7EC5AA5}" type="sibTrans" cxnId="{E805EB5B-EE71-469A-B52B-F2CC72865C6C}">
      <dgm:prSet/>
      <dgm:spPr/>
      <dgm:t>
        <a:bodyPr/>
        <a:lstStyle/>
        <a:p>
          <a:endParaRPr lang="en-US"/>
        </a:p>
      </dgm:t>
    </dgm:pt>
    <dgm:pt modelId="{610F80D1-981A-4CB7-A6FF-CD9D7F133B3C}">
      <dgm:prSet/>
      <dgm:spPr/>
      <dgm:t>
        <a:bodyPr/>
        <a:lstStyle/>
        <a:p>
          <a:r>
            <a:rPr lang="en-US"/>
            <a:t>Establecer umbrales y alertas.</a:t>
          </a:r>
        </a:p>
      </dgm:t>
    </dgm:pt>
    <dgm:pt modelId="{6E609949-B1C3-43DD-89EE-DEF8705CD6D6}" type="parTrans" cxnId="{FD102782-EF80-4757-8E97-BC967DD435A0}">
      <dgm:prSet/>
      <dgm:spPr/>
      <dgm:t>
        <a:bodyPr/>
        <a:lstStyle/>
        <a:p>
          <a:endParaRPr lang="en-US"/>
        </a:p>
      </dgm:t>
    </dgm:pt>
    <dgm:pt modelId="{A7344789-14D7-4E53-9A97-71488A5DC56D}" type="sibTrans" cxnId="{FD102782-EF80-4757-8E97-BC967DD435A0}">
      <dgm:prSet/>
      <dgm:spPr/>
      <dgm:t>
        <a:bodyPr/>
        <a:lstStyle/>
        <a:p>
          <a:endParaRPr lang="en-US"/>
        </a:p>
      </dgm:t>
    </dgm:pt>
    <dgm:pt modelId="{E000A8E0-D273-4A0D-B1ED-CBBD35DBFFC9}">
      <dgm:prSet/>
      <dgm:spPr/>
      <dgm:t>
        <a:bodyPr/>
        <a:lstStyle/>
        <a:p>
          <a:r>
            <a:rPr lang="en-US"/>
            <a:t>Revisar y optimizar continuamente.</a:t>
          </a:r>
        </a:p>
      </dgm:t>
    </dgm:pt>
    <dgm:pt modelId="{5C30A27A-A091-49E6-AC51-44729FC3AD1D}" type="parTrans" cxnId="{6A4F0E37-3AA6-4225-A222-7B9188227128}">
      <dgm:prSet/>
      <dgm:spPr/>
      <dgm:t>
        <a:bodyPr/>
        <a:lstStyle/>
        <a:p>
          <a:endParaRPr lang="en-US"/>
        </a:p>
      </dgm:t>
    </dgm:pt>
    <dgm:pt modelId="{2E0A4E68-A385-4DF3-81B2-6A93ECB73BB6}" type="sibTrans" cxnId="{6A4F0E37-3AA6-4225-A222-7B9188227128}">
      <dgm:prSet/>
      <dgm:spPr/>
      <dgm:t>
        <a:bodyPr/>
        <a:lstStyle/>
        <a:p>
          <a:endParaRPr lang="en-US"/>
        </a:p>
      </dgm:t>
    </dgm:pt>
    <dgm:pt modelId="{1207267D-3EBA-4C76-952E-96B31F0E8294}" type="pres">
      <dgm:prSet presAssocID="{193F1C03-EE48-4D2F-AC6F-456E0E8B0603}" presName="diagram" presStyleCnt="0">
        <dgm:presLayoutVars>
          <dgm:dir/>
          <dgm:resizeHandles val="exact"/>
        </dgm:presLayoutVars>
      </dgm:prSet>
      <dgm:spPr/>
    </dgm:pt>
    <dgm:pt modelId="{25D2F1BE-5714-4A4D-A594-22352AB134F2}" type="pres">
      <dgm:prSet presAssocID="{CCDCF64C-4C6C-4333-AD1C-98ED97E0A56A}" presName="node" presStyleLbl="node1" presStyleIdx="0" presStyleCnt="4">
        <dgm:presLayoutVars>
          <dgm:bulletEnabled val="1"/>
        </dgm:presLayoutVars>
      </dgm:prSet>
      <dgm:spPr/>
    </dgm:pt>
    <dgm:pt modelId="{37713507-AE69-4907-A06F-F732F0390AEA}" type="pres">
      <dgm:prSet presAssocID="{FC33CA50-BD27-41D1-9515-D7CA52B7709E}" presName="sibTrans" presStyleLbl="sibTrans2D1" presStyleIdx="0" presStyleCnt="3"/>
      <dgm:spPr/>
    </dgm:pt>
    <dgm:pt modelId="{9094DB97-DCEF-43F1-A33A-11B4321C041B}" type="pres">
      <dgm:prSet presAssocID="{FC33CA50-BD27-41D1-9515-D7CA52B7709E}" presName="connectorText" presStyleLbl="sibTrans2D1" presStyleIdx="0" presStyleCnt="3"/>
      <dgm:spPr/>
    </dgm:pt>
    <dgm:pt modelId="{B30EE910-2E55-43C3-85C2-EBB44C8B6849}" type="pres">
      <dgm:prSet presAssocID="{3056D744-FDEE-469C-947B-F0576B94549A}" presName="node" presStyleLbl="node1" presStyleIdx="1" presStyleCnt="4">
        <dgm:presLayoutVars>
          <dgm:bulletEnabled val="1"/>
        </dgm:presLayoutVars>
      </dgm:prSet>
      <dgm:spPr/>
    </dgm:pt>
    <dgm:pt modelId="{DC8AF427-D703-457A-86BD-2AC7E8405DA9}" type="pres">
      <dgm:prSet presAssocID="{BD5B2C5F-7D84-4E5F-8241-CAECD7EC5AA5}" presName="sibTrans" presStyleLbl="sibTrans2D1" presStyleIdx="1" presStyleCnt="3"/>
      <dgm:spPr/>
    </dgm:pt>
    <dgm:pt modelId="{5E432AC9-CBA1-49A3-8D4D-7567D6C2655F}" type="pres">
      <dgm:prSet presAssocID="{BD5B2C5F-7D84-4E5F-8241-CAECD7EC5AA5}" presName="connectorText" presStyleLbl="sibTrans2D1" presStyleIdx="1" presStyleCnt="3"/>
      <dgm:spPr/>
    </dgm:pt>
    <dgm:pt modelId="{F4766879-2E9E-4D3B-9AEC-46AEB96DA574}" type="pres">
      <dgm:prSet presAssocID="{610F80D1-981A-4CB7-A6FF-CD9D7F133B3C}" presName="node" presStyleLbl="node1" presStyleIdx="2" presStyleCnt="4">
        <dgm:presLayoutVars>
          <dgm:bulletEnabled val="1"/>
        </dgm:presLayoutVars>
      </dgm:prSet>
      <dgm:spPr/>
    </dgm:pt>
    <dgm:pt modelId="{B64C2198-005B-4B7C-A942-078579DA82F7}" type="pres">
      <dgm:prSet presAssocID="{A7344789-14D7-4E53-9A97-71488A5DC56D}" presName="sibTrans" presStyleLbl="sibTrans2D1" presStyleIdx="2" presStyleCnt="3"/>
      <dgm:spPr/>
    </dgm:pt>
    <dgm:pt modelId="{C0CF0D98-18BA-4FDC-B1EA-F9E63D94050C}" type="pres">
      <dgm:prSet presAssocID="{A7344789-14D7-4E53-9A97-71488A5DC56D}" presName="connectorText" presStyleLbl="sibTrans2D1" presStyleIdx="2" presStyleCnt="3"/>
      <dgm:spPr/>
    </dgm:pt>
    <dgm:pt modelId="{6A584AEA-B67E-4CF4-80E8-7ED8F698D92C}" type="pres">
      <dgm:prSet presAssocID="{E000A8E0-D273-4A0D-B1ED-CBBD35DBFFC9}" presName="node" presStyleLbl="node1" presStyleIdx="3" presStyleCnt="4">
        <dgm:presLayoutVars>
          <dgm:bulletEnabled val="1"/>
        </dgm:presLayoutVars>
      </dgm:prSet>
      <dgm:spPr/>
    </dgm:pt>
  </dgm:ptLst>
  <dgm:cxnLst>
    <dgm:cxn modelId="{55F5C417-5181-4462-8EEF-226261F498C1}" type="presOf" srcId="{610F80D1-981A-4CB7-A6FF-CD9D7F133B3C}" destId="{F4766879-2E9E-4D3B-9AEC-46AEB96DA574}" srcOrd="0" destOrd="0" presId="urn:microsoft.com/office/officeart/2005/8/layout/process5"/>
    <dgm:cxn modelId="{64528419-47BB-4F7C-8383-DED31A6FBB22}" type="presOf" srcId="{193F1C03-EE48-4D2F-AC6F-456E0E8B0603}" destId="{1207267D-3EBA-4C76-952E-96B31F0E8294}" srcOrd="0" destOrd="0" presId="urn:microsoft.com/office/officeart/2005/8/layout/process5"/>
    <dgm:cxn modelId="{9F403B28-23D1-4545-83C6-5E9A0984AF3A}" type="presOf" srcId="{CCDCF64C-4C6C-4333-AD1C-98ED97E0A56A}" destId="{25D2F1BE-5714-4A4D-A594-22352AB134F2}" srcOrd="0" destOrd="0" presId="urn:microsoft.com/office/officeart/2005/8/layout/process5"/>
    <dgm:cxn modelId="{6A4F0E37-3AA6-4225-A222-7B9188227128}" srcId="{193F1C03-EE48-4D2F-AC6F-456E0E8B0603}" destId="{E000A8E0-D273-4A0D-B1ED-CBBD35DBFFC9}" srcOrd="3" destOrd="0" parTransId="{5C30A27A-A091-49E6-AC51-44729FC3AD1D}" sibTransId="{2E0A4E68-A385-4DF3-81B2-6A93ECB73BB6}"/>
    <dgm:cxn modelId="{E805EB5B-EE71-469A-B52B-F2CC72865C6C}" srcId="{193F1C03-EE48-4D2F-AC6F-456E0E8B0603}" destId="{3056D744-FDEE-469C-947B-F0576B94549A}" srcOrd="1" destOrd="0" parTransId="{BD1250F4-E1A9-4686-9303-4A1A7C52B037}" sibTransId="{BD5B2C5F-7D84-4E5F-8241-CAECD7EC5AA5}"/>
    <dgm:cxn modelId="{9ED9EA46-AABC-43AA-97F4-5813123D35C8}" type="presOf" srcId="{BD5B2C5F-7D84-4E5F-8241-CAECD7EC5AA5}" destId="{DC8AF427-D703-457A-86BD-2AC7E8405DA9}" srcOrd="0" destOrd="0" presId="urn:microsoft.com/office/officeart/2005/8/layout/process5"/>
    <dgm:cxn modelId="{D6D6586D-C537-495E-A879-58DF95F68183}" type="presOf" srcId="{E000A8E0-D273-4A0D-B1ED-CBBD35DBFFC9}" destId="{6A584AEA-B67E-4CF4-80E8-7ED8F698D92C}" srcOrd="0" destOrd="0" presId="urn:microsoft.com/office/officeart/2005/8/layout/process5"/>
    <dgm:cxn modelId="{A5C0E851-C357-47B8-B0FB-B2DDCE1A7CBC}" type="presOf" srcId="{A7344789-14D7-4E53-9A97-71488A5DC56D}" destId="{C0CF0D98-18BA-4FDC-B1EA-F9E63D94050C}" srcOrd="1" destOrd="0" presId="urn:microsoft.com/office/officeart/2005/8/layout/process5"/>
    <dgm:cxn modelId="{7336BD74-F790-4E6D-8B12-63E15413482B}" type="presOf" srcId="{3056D744-FDEE-469C-947B-F0576B94549A}" destId="{B30EE910-2E55-43C3-85C2-EBB44C8B6849}" srcOrd="0" destOrd="0" presId="urn:microsoft.com/office/officeart/2005/8/layout/process5"/>
    <dgm:cxn modelId="{0EB02358-82BF-43C0-A6AA-F134D786F24E}" type="presOf" srcId="{A7344789-14D7-4E53-9A97-71488A5DC56D}" destId="{B64C2198-005B-4B7C-A942-078579DA82F7}" srcOrd="0" destOrd="0" presId="urn:microsoft.com/office/officeart/2005/8/layout/process5"/>
    <dgm:cxn modelId="{63FD0C82-7A73-4B49-A600-F72EC7BFFC9B}" type="presOf" srcId="{FC33CA50-BD27-41D1-9515-D7CA52B7709E}" destId="{37713507-AE69-4907-A06F-F732F0390AEA}" srcOrd="0" destOrd="0" presId="urn:microsoft.com/office/officeart/2005/8/layout/process5"/>
    <dgm:cxn modelId="{FD102782-EF80-4757-8E97-BC967DD435A0}" srcId="{193F1C03-EE48-4D2F-AC6F-456E0E8B0603}" destId="{610F80D1-981A-4CB7-A6FF-CD9D7F133B3C}" srcOrd="2" destOrd="0" parTransId="{6E609949-B1C3-43DD-89EE-DEF8705CD6D6}" sibTransId="{A7344789-14D7-4E53-9A97-71488A5DC56D}"/>
    <dgm:cxn modelId="{397D748E-6AA0-47C8-8E22-2E26E4E6A0CC}" srcId="{193F1C03-EE48-4D2F-AC6F-456E0E8B0603}" destId="{CCDCF64C-4C6C-4333-AD1C-98ED97E0A56A}" srcOrd="0" destOrd="0" parTransId="{3510246F-6CB2-4564-B475-36A7BF75C225}" sibTransId="{FC33CA50-BD27-41D1-9515-D7CA52B7709E}"/>
    <dgm:cxn modelId="{FE4704DB-CEFC-45B6-A943-4B5CB4045990}" type="presOf" srcId="{BD5B2C5F-7D84-4E5F-8241-CAECD7EC5AA5}" destId="{5E432AC9-CBA1-49A3-8D4D-7567D6C2655F}" srcOrd="1" destOrd="0" presId="urn:microsoft.com/office/officeart/2005/8/layout/process5"/>
    <dgm:cxn modelId="{3EE96FE3-79A6-4832-9D2E-3358D8D5C7B0}" type="presOf" srcId="{FC33CA50-BD27-41D1-9515-D7CA52B7709E}" destId="{9094DB97-DCEF-43F1-A33A-11B4321C041B}" srcOrd="1" destOrd="0" presId="urn:microsoft.com/office/officeart/2005/8/layout/process5"/>
    <dgm:cxn modelId="{B4C0E361-5A81-4689-8518-B03A43F6CEA8}" type="presParOf" srcId="{1207267D-3EBA-4C76-952E-96B31F0E8294}" destId="{25D2F1BE-5714-4A4D-A594-22352AB134F2}" srcOrd="0" destOrd="0" presId="urn:microsoft.com/office/officeart/2005/8/layout/process5"/>
    <dgm:cxn modelId="{B0841546-4CD6-40E6-9FE3-20E0EB73416A}" type="presParOf" srcId="{1207267D-3EBA-4C76-952E-96B31F0E8294}" destId="{37713507-AE69-4907-A06F-F732F0390AEA}" srcOrd="1" destOrd="0" presId="urn:microsoft.com/office/officeart/2005/8/layout/process5"/>
    <dgm:cxn modelId="{DB5E98BC-6232-45AE-93FC-FE671EE34841}" type="presParOf" srcId="{37713507-AE69-4907-A06F-F732F0390AEA}" destId="{9094DB97-DCEF-43F1-A33A-11B4321C041B}" srcOrd="0" destOrd="0" presId="urn:microsoft.com/office/officeart/2005/8/layout/process5"/>
    <dgm:cxn modelId="{47C8B37D-7321-4E09-9412-3CE757D303CB}" type="presParOf" srcId="{1207267D-3EBA-4C76-952E-96B31F0E8294}" destId="{B30EE910-2E55-43C3-85C2-EBB44C8B6849}" srcOrd="2" destOrd="0" presId="urn:microsoft.com/office/officeart/2005/8/layout/process5"/>
    <dgm:cxn modelId="{2584DDB1-3D6B-40A7-BEB6-C4C75821B8E6}" type="presParOf" srcId="{1207267D-3EBA-4C76-952E-96B31F0E8294}" destId="{DC8AF427-D703-457A-86BD-2AC7E8405DA9}" srcOrd="3" destOrd="0" presId="urn:microsoft.com/office/officeart/2005/8/layout/process5"/>
    <dgm:cxn modelId="{165888FA-F07B-457A-8455-FEA73420B056}" type="presParOf" srcId="{DC8AF427-D703-457A-86BD-2AC7E8405DA9}" destId="{5E432AC9-CBA1-49A3-8D4D-7567D6C2655F}" srcOrd="0" destOrd="0" presId="urn:microsoft.com/office/officeart/2005/8/layout/process5"/>
    <dgm:cxn modelId="{4B5EEE02-47A2-4DD2-A50F-9805B8A547CC}" type="presParOf" srcId="{1207267D-3EBA-4C76-952E-96B31F0E8294}" destId="{F4766879-2E9E-4D3B-9AEC-46AEB96DA574}" srcOrd="4" destOrd="0" presId="urn:microsoft.com/office/officeart/2005/8/layout/process5"/>
    <dgm:cxn modelId="{8CDD372A-B36F-47E4-B255-D4DF539156A6}" type="presParOf" srcId="{1207267D-3EBA-4C76-952E-96B31F0E8294}" destId="{B64C2198-005B-4B7C-A942-078579DA82F7}" srcOrd="5" destOrd="0" presId="urn:microsoft.com/office/officeart/2005/8/layout/process5"/>
    <dgm:cxn modelId="{435CAFEF-C0F9-45ED-AC20-41C2D48A1BD5}" type="presParOf" srcId="{B64C2198-005B-4B7C-A942-078579DA82F7}" destId="{C0CF0D98-18BA-4FDC-B1EA-F9E63D94050C}" srcOrd="0" destOrd="0" presId="urn:microsoft.com/office/officeart/2005/8/layout/process5"/>
    <dgm:cxn modelId="{DC1409CB-C6A6-4A52-89CF-76089E1CA982}" type="presParOf" srcId="{1207267D-3EBA-4C76-952E-96B31F0E8294}" destId="{6A584AEA-B67E-4CF4-80E8-7ED8F698D92C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F7FDCB9-5A3E-493A-8899-CBF710BC9D0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22B67D2-00EF-4AD1-AC2C-C4AD8E59A083}">
      <dgm:prSet/>
      <dgm:spPr/>
      <dgm:t>
        <a:bodyPr/>
        <a:lstStyle/>
        <a:p>
          <a:pPr>
            <a:defRPr cap="all"/>
          </a:pPr>
          <a:r>
            <a:rPr lang="en-US"/>
            <a:t>Medir el rendimiento es esencial para software de calidad.</a:t>
          </a:r>
        </a:p>
      </dgm:t>
    </dgm:pt>
    <dgm:pt modelId="{8FCC30E8-BA9A-47E5-8856-0FF50B0343E8}" type="parTrans" cxnId="{07866D8A-775E-4004-87E8-00FFD5867852}">
      <dgm:prSet/>
      <dgm:spPr/>
      <dgm:t>
        <a:bodyPr/>
        <a:lstStyle/>
        <a:p>
          <a:endParaRPr lang="en-US"/>
        </a:p>
      </dgm:t>
    </dgm:pt>
    <dgm:pt modelId="{D9241CFB-2096-4620-B027-705ECC8D7A5B}" type="sibTrans" cxnId="{07866D8A-775E-4004-87E8-00FFD5867852}">
      <dgm:prSet/>
      <dgm:spPr/>
      <dgm:t>
        <a:bodyPr/>
        <a:lstStyle/>
        <a:p>
          <a:endParaRPr lang="en-US"/>
        </a:p>
      </dgm:t>
    </dgm:pt>
    <dgm:pt modelId="{B9ABC4EA-4B96-4369-B990-291CF70607B3}">
      <dgm:prSet/>
      <dgm:spPr/>
      <dgm:t>
        <a:bodyPr/>
        <a:lstStyle/>
        <a:p>
          <a:pPr>
            <a:defRPr cap="all"/>
          </a:pPr>
          <a:r>
            <a:rPr lang="en-US"/>
            <a:t>Las métricas permiten anticiparse a problemas.</a:t>
          </a:r>
        </a:p>
      </dgm:t>
    </dgm:pt>
    <dgm:pt modelId="{97D8E22D-2FBA-4BC1-946C-77CBF298CF70}" type="parTrans" cxnId="{531E92D5-7B44-41C8-B892-AF2A77B4DBDB}">
      <dgm:prSet/>
      <dgm:spPr/>
      <dgm:t>
        <a:bodyPr/>
        <a:lstStyle/>
        <a:p>
          <a:endParaRPr lang="en-US"/>
        </a:p>
      </dgm:t>
    </dgm:pt>
    <dgm:pt modelId="{DF0D0BF0-BF39-4F1D-AD96-9AE817A91112}" type="sibTrans" cxnId="{531E92D5-7B44-41C8-B892-AF2A77B4DBDB}">
      <dgm:prSet/>
      <dgm:spPr/>
      <dgm:t>
        <a:bodyPr/>
        <a:lstStyle/>
        <a:p>
          <a:endParaRPr lang="en-US"/>
        </a:p>
      </dgm:t>
    </dgm:pt>
    <dgm:pt modelId="{169BA948-200D-461F-BB65-C2ABD04F9B43}">
      <dgm:prSet/>
      <dgm:spPr/>
      <dgm:t>
        <a:bodyPr/>
        <a:lstStyle/>
        <a:p>
          <a:pPr>
            <a:defRPr cap="all"/>
          </a:pPr>
          <a:r>
            <a:rPr lang="en-US"/>
            <a:t>La mejora continua requiere datos confiables.</a:t>
          </a:r>
        </a:p>
      </dgm:t>
    </dgm:pt>
    <dgm:pt modelId="{CD1CF316-B948-4D38-850D-295358C390C9}" type="parTrans" cxnId="{4D9E4EE8-EFE0-4125-9E71-20C3A125893B}">
      <dgm:prSet/>
      <dgm:spPr/>
      <dgm:t>
        <a:bodyPr/>
        <a:lstStyle/>
        <a:p>
          <a:endParaRPr lang="en-US"/>
        </a:p>
      </dgm:t>
    </dgm:pt>
    <dgm:pt modelId="{339C2D1A-0377-4958-9E44-5B4BCF5E59B4}" type="sibTrans" cxnId="{4D9E4EE8-EFE0-4125-9E71-20C3A125893B}">
      <dgm:prSet/>
      <dgm:spPr/>
      <dgm:t>
        <a:bodyPr/>
        <a:lstStyle/>
        <a:p>
          <a:endParaRPr lang="en-US"/>
        </a:p>
      </dgm:t>
    </dgm:pt>
    <dgm:pt modelId="{15D8420F-65E9-40C2-B54E-4C5A98C14E5C}" type="pres">
      <dgm:prSet presAssocID="{9F7FDCB9-5A3E-493A-8899-CBF710BC9D06}" presName="root" presStyleCnt="0">
        <dgm:presLayoutVars>
          <dgm:dir/>
          <dgm:resizeHandles val="exact"/>
        </dgm:presLayoutVars>
      </dgm:prSet>
      <dgm:spPr/>
    </dgm:pt>
    <dgm:pt modelId="{7812E316-5BD4-4865-98AD-379A065D3F22}" type="pres">
      <dgm:prSet presAssocID="{022B67D2-00EF-4AD1-AC2C-C4AD8E59A083}" presName="compNode" presStyleCnt="0"/>
      <dgm:spPr/>
    </dgm:pt>
    <dgm:pt modelId="{0B5117E0-82AF-407A-A80B-9CFA6C94273B}" type="pres">
      <dgm:prSet presAssocID="{022B67D2-00EF-4AD1-AC2C-C4AD8E59A083}" presName="iconBgRect" presStyleLbl="bgShp" presStyleIdx="0" presStyleCnt="3"/>
      <dgm:spPr/>
    </dgm:pt>
    <dgm:pt modelId="{E2341939-CF09-4F6A-B052-366CE0CC921D}" type="pres">
      <dgm:prSet presAssocID="{022B67D2-00EF-4AD1-AC2C-C4AD8E59A08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la"/>
        </a:ext>
      </dgm:extLst>
    </dgm:pt>
    <dgm:pt modelId="{A68EDA56-93D9-445C-ACF2-122C4D8C30FC}" type="pres">
      <dgm:prSet presAssocID="{022B67D2-00EF-4AD1-AC2C-C4AD8E59A083}" presName="spaceRect" presStyleCnt="0"/>
      <dgm:spPr/>
    </dgm:pt>
    <dgm:pt modelId="{CA4CC319-6E29-47ED-BC92-125DF5DD1342}" type="pres">
      <dgm:prSet presAssocID="{022B67D2-00EF-4AD1-AC2C-C4AD8E59A083}" presName="textRect" presStyleLbl="revTx" presStyleIdx="0" presStyleCnt="3">
        <dgm:presLayoutVars>
          <dgm:chMax val="1"/>
          <dgm:chPref val="1"/>
        </dgm:presLayoutVars>
      </dgm:prSet>
      <dgm:spPr/>
    </dgm:pt>
    <dgm:pt modelId="{250311AC-E954-43DD-85A5-0B763BBED947}" type="pres">
      <dgm:prSet presAssocID="{D9241CFB-2096-4620-B027-705ECC8D7A5B}" presName="sibTrans" presStyleCnt="0"/>
      <dgm:spPr/>
    </dgm:pt>
    <dgm:pt modelId="{E5525401-F7DA-40E8-B6DE-211400F4C889}" type="pres">
      <dgm:prSet presAssocID="{B9ABC4EA-4B96-4369-B990-291CF70607B3}" presName="compNode" presStyleCnt="0"/>
      <dgm:spPr/>
    </dgm:pt>
    <dgm:pt modelId="{23109D82-D47F-4654-A93E-D9D198FAD0E3}" type="pres">
      <dgm:prSet presAssocID="{B9ABC4EA-4B96-4369-B990-291CF70607B3}" presName="iconBgRect" presStyleLbl="bgShp" presStyleIdx="1" presStyleCnt="3"/>
      <dgm:spPr/>
    </dgm:pt>
    <dgm:pt modelId="{1D2287E2-0AE3-4D91-AED4-E8B94D8FCA51}" type="pres">
      <dgm:prSet presAssocID="{B9ABC4EA-4B96-4369-B990-291CF70607B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7F9390ED-3C2B-45F6-BA3B-A930B450D7D2}" type="pres">
      <dgm:prSet presAssocID="{B9ABC4EA-4B96-4369-B990-291CF70607B3}" presName="spaceRect" presStyleCnt="0"/>
      <dgm:spPr/>
    </dgm:pt>
    <dgm:pt modelId="{5CF6CEDC-D8F4-4BC2-86D5-D496816FCEFB}" type="pres">
      <dgm:prSet presAssocID="{B9ABC4EA-4B96-4369-B990-291CF70607B3}" presName="textRect" presStyleLbl="revTx" presStyleIdx="1" presStyleCnt="3">
        <dgm:presLayoutVars>
          <dgm:chMax val="1"/>
          <dgm:chPref val="1"/>
        </dgm:presLayoutVars>
      </dgm:prSet>
      <dgm:spPr/>
    </dgm:pt>
    <dgm:pt modelId="{8243DEAB-75DC-4838-81CC-37014C71AEB4}" type="pres">
      <dgm:prSet presAssocID="{DF0D0BF0-BF39-4F1D-AD96-9AE817A91112}" presName="sibTrans" presStyleCnt="0"/>
      <dgm:spPr/>
    </dgm:pt>
    <dgm:pt modelId="{14365773-8218-4BF2-9BA9-0B30284D5F38}" type="pres">
      <dgm:prSet presAssocID="{169BA948-200D-461F-BB65-C2ABD04F9B43}" presName="compNode" presStyleCnt="0"/>
      <dgm:spPr/>
    </dgm:pt>
    <dgm:pt modelId="{97566FDA-9099-4FE1-B6EA-D9A0DF021F6C}" type="pres">
      <dgm:prSet presAssocID="{169BA948-200D-461F-BB65-C2ABD04F9B43}" presName="iconBgRect" presStyleLbl="bgShp" presStyleIdx="2" presStyleCnt="3"/>
      <dgm:spPr/>
    </dgm:pt>
    <dgm:pt modelId="{6BDE5D49-72E2-4B2E-B142-BA124FA01009}" type="pres">
      <dgm:prSet presAssocID="{169BA948-200D-461F-BB65-C2ABD04F9B4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32C71A5A-1873-4D77-9FBA-E7F5BEDF6D03}" type="pres">
      <dgm:prSet presAssocID="{169BA948-200D-461F-BB65-C2ABD04F9B43}" presName="spaceRect" presStyleCnt="0"/>
      <dgm:spPr/>
    </dgm:pt>
    <dgm:pt modelId="{84EBE872-A7BF-47B2-A86F-3A96C7571AE6}" type="pres">
      <dgm:prSet presAssocID="{169BA948-200D-461F-BB65-C2ABD04F9B4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2FC7405-6AE6-4304-B2F3-8520B48CE438}" type="presOf" srcId="{9F7FDCB9-5A3E-493A-8899-CBF710BC9D06}" destId="{15D8420F-65E9-40C2-B54E-4C5A98C14E5C}" srcOrd="0" destOrd="0" presId="urn:microsoft.com/office/officeart/2018/5/layout/IconCircleLabelList"/>
    <dgm:cxn modelId="{95D45332-2CA2-4BAA-9FC3-6B5EE9A98240}" type="presOf" srcId="{B9ABC4EA-4B96-4369-B990-291CF70607B3}" destId="{5CF6CEDC-D8F4-4BC2-86D5-D496816FCEFB}" srcOrd="0" destOrd="0" presId="urn:microsoft.com/office/officeart/2018/5/layout/IconCircleLabelList"/>
    <dgm:cxn modelId="{4CD89370-8F36-4BFB-AFEB-2876B3857DA8}" type="presOf" srcId="{022B67D2-00EF-4AD1-AC2C-C4AD8E59A083}" destId="{CA4CC319-6E29-47ED-BC92-125DF5DD1342}" srcOrd="0" destOrd="0" presId="urn:microsoft.com/office/officeart/2018/5/layout/IconCircleLabelList"/>
    <dgm:cxn modelId="{07866D8A-775E-4004-87E8-00FFD5867852}" srcId="{9F7FDCB9-5A3E-493A-8899-CBF710BC9D06}" destId="{022B67D2-00EF-4AD1-AC2C-C4AD8E59A083}" srcOrd="0" destOrd="0" parTransId="{8FCC30E8-BA9A-47E5-8856-0FF50B0343E8}" sibTransId="{D9241CFB-2096-4620-B027-705ECC8D7A5B}"/>
    <dgm:cxn modelId="{DE1724A7-AC27-4724-AF7F-1EE424E9226A}" type="presOf" srcId="{169BA948-200D-461F-BB65-C2ABD04F9B43}" destId="{84EBE872-A7BF-47B2-A86F-3A96C7571AE6}" srcOrd="0" destOrd="0" presId="urn:microsoft.com/office/officeart/2018/5/layout/IconCircleLabelList"/>
    <dgm:cxn modelId="{531E92D5-7B44-41C8-B892-AF2A77B4DBDB}" srcId="{9F7FDCB9-5A3E-493A-8899-CBF710BC9D06}" destId="{B9ABC4EA-4B96-4369-B990-291CF70607B3}" srcOrd="1" destOrd="0" parTransId="{97D8E22D-2FBA-4BC1-946C-77CBF298CF70}" sibTransId="{DF0D0BF0-BF39-4F1D-AD96-9AE817A91112}"/>
    <dgm:cxn modelId="{4D9E4EE8-EFE0-4125-9E71-20C3A125893B}" srcId="{9F7FDCB9-5A3E-493A-8899-CBF710BC9D06}" destId="{169BA948-200D-461F-BB65-C2ABD04F9B43}" srcOrd="2" destOrd="0" parTransId="{CD1CF316-B948-4D38-850D-295358C390C9}" sibTransId="{339C2D1A-0377-4958-9E44-5B4BCF5E59B4}"/>
    <dgm:cxn modelId="{326F8F60-2A6A-4B2A-B591-B4E673AEF2DA}" type="presParOf" srcId="{15D8420F-65E9-40C2-B54E-4C5A98C14E5C}" destId="{7812E316-5BD4-4865-98AD-379A065D3F22}" srcOrd="0" destOrd="0" presId="urn:microsoft.com/office/officeart/2018/5/layout/IconCircleLabelList"/>
    <dgm:cxn modelId="{356DE1A1-0BB4-4556-8AA9-2951803C6B82}" type="presParOf" srcId="{7812E316-5BD4-4865-98AD-379A065D3F22}" destId="{0B5117E0-82AF-407A-A80B-9CFA6C94273B}" srcOrd="0" destOrd="0" presId="urn:microsoft.com/office/officeart/2018/5/layout/IconCircleLabelList"/>
    <dgm:cxn modelId="{2FF58FBD-94EA-4302-AE10-1D4A04281CBE}" type="presParOf" srcId="{7812E316-5BD4-4865-98AD-379A065D3F22}" destId="{E2341939-CF09-4F6A-B052-366CE0CC921D}" srcOrd="1" destOrd="0" presId="urn:microsoft.com/office/officeart/2018/5/layout/IconCircleLabelList"/>
    <dgm:cxn modelId="{AB574C24-427B-4F28-9A36-9D1A01D60CFB}" type="presParOf" srcId="{7812E316-5BD4-4865-98AD-379A065D3F22}" destId="{A68EDA56-93D9-445C-ACF2-122C4D8C30FC}" srcOrd="2" destOrd="0" presId="urn:microsoft.com/office/officeart/2018/5/layout/IconCircleLabelList"/>
    <dgm:cxn modelId="{8B348C83-D415-47B1-AD1D-7255EB13A90D}" type="presParOf" srcId="{7812E316-5BD4-4865-98AD-379A065D3F22}" destId="{CA4CC319-6E29-47ED-BC92-125DF5DD1342}" srcOrd="3" destOrd="0" presId="urn:microsoft.com/office/officeart/2018/5/layout/IconCircleLabelList"/>
    <dgm:cxn modelId="{233EB4B2-DD9D-414D-BA02-EEFDD3B984CB}" type="presParOf" srcId="{15D8420F-65E9-40C2-B54E-4C5A98C14E5C}" destId="{250311AC-E954-43DD-85A5-0B763BBED947}" srcOrd="1" destOrd="0" presId="urn:microsoft.com/office/officeart/2018/5/layout/IconCircleLabelList"/>
    <dgm:cxn modelId="{5CF1C1FC-6E6A-4693-93C1-1C16E957DE7A}" type="presParOf" srcId="{15D8420F-65E9-40C2-B54E-4C5A98C14E5C}" destId="{E5525401-F7DA-40E8-B6DE-211400F4C889}" srcOrd="2" destOrd="0" presId="urn:microsoft.com/office/officeart/2018/5/layout/IconCircleLabelList"/>
    <dgm:cxn modelId="{38DBB218-337D-4835-A1BE-DCEF996A6BD2}" type="presParOf" srcId="{E5525401-F7DA-40E8-B6DE-211400F4C889}" destId="{23109D82-D47F-4654-A93E-D9D198FAD0E3}" srcOrd="0" destOrd="0" presId="urn:microsoft.com/office/officeart/2018/5/layout/IconCircleLabelList"/>
    <dgm:cxn modelId="{62ACD058-B822-4C10-B7BA-DC1B5ABA87A7}" type="presParOf" srcId="{E5525401-F7DA-40E8-B6DE-211400F4C889}" destId="{1D2287E2-0AE3-4D91-AED4-E8B94D8FCA51}" srcOrd="1" destOrd="0" presId="urn:microsoft.com/office/officeart/2018/5/layout/IconCircleLabelList"/>
    <dgm:cxn modelId="{6DBAF386-AF9E-4C33-B313-634040688D71}" type="presParOf" srcId="{E5525401-F7DA-40E8-B6DE-211400F4C889}" destId="{7F9390ED-3C2B-45F6-BA3B-A930B450D7D2}" srcOrd="2" destOrd="0" presId="urn:microsoft.com/office/officeart/2018/5/layout/IconCircleLabelList"/>
    <dgm:cxn modelId="{46C5E8F3-3897-4135-8C81-7B6DE3559337}" type="presParOf" srcId="{E5525401-F7DA-40E8-B6DE-211400F4C889}" destId="{5CF6CEDC-D8F4-4BC2-86D5-D496816FCEFB}" srcOrd="3" destOrd="0" presId="urn:microsoft.com/office/officeart/2018/5/layout/IconCircleLabelList"/>
    <dgm:cxn modelId="{D1CF0FBD-8844-4B2C-B458-8FF8A395A438}" type="presParOf" srcId="{15D8420F-65E9-40C2-B54E-4C5A98C14E5C}" destId="{8243DEAB-75DC-4838-81CC-37014C71AEB4}" srcOrd="3" destOrd="0" presId="urn:microsoft.com/office/officeart/2018/5/layout/IconCircleLabelList"/>
    <dgm:cxn modelId="{A3851835-8201-4B6F-BA0C-729D065BB284}" type="presParOf" srcId="{15D8420F-65E9-40C2-B54E-4C5A98C14E5C}" destId="{14365773-8218-4BF2-9BA9-0B30284D5F38}" srcOrd="4" destOrd="0" presId="urn:microsoft.com/office/officeart/2018/5/layout/IconCircleLabelList"/>
    <dgm:cxn modelId="{DCF8A588-3EA3-49E0-99C6-335477DB07B9}" type="presParOf" srcId="{14365773-8218-4BF2-9BA9-0B30284D5F38}" destId="{97566FDA-9099-4FE1-B6EA-D9A0DF021F6C}" srcOrd="0" destOrd="0" presId="urn:microsoft.com/office/officeart/2018/5/layout/IconCircleLabelList"/>
    <dgm:cxn modelId="{243829A0-2C6A-4F0E-B05D-5735D850B973}" type="presParOf" srcId="{14365773-8218-4BF2-9BA9-0B30284D5F38}" destId="{6BDE5D49-72E2-4B2E-B142-BA124FA01009}" srcOrd="1" destOrd="0" presId="urn:microsoft.com/office/officeart/2018/5/layout/IconCircleLabelList"/>
    <dgm:cxn modelId="{B9F3AC3C-6598-4DE1-93E9-8B0FDF42B7FA}" type="presParOf" srcId="{14365773-8218-4BF2-9BA9-0B30284D5F38}" destId="{32C71A5A-1873-4D77-9FBA-E7F5BEDF6D03}" srcOrd="2" destOrd="0" presId="urn:microsoft.com/office/officeart/2018/5/layout/IconCircleLabelList"/>
    <dgm:cxn modelId="{3A53F008-AB55-45C5-8FE8-DB0E9CDB0C59}" type="presParOf" srcId="{14365773-8218-4BF2-9BA9-0B30284D5F38}" destId="{84EBE872-A7BF-47B2-A86F-3A96C7571AE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D30A1ED-F38E-4E38-BC3B-4778AECB4EF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802B9879-08FF-45CB-A0F3-87FB77A85B23}">
      <dgm:prSet/>
      <dgm:spPr/>
      <dgm:t>
        <a:bodyPr/>
        <a:lstStyle/>
        <a:p>
          <a:r>
            <a:rPr lang="en-US"/>
            <a:t>¿Qué métricas </a:t>
          </a:r>
          <a:r>
            <a:rPr lang="es-EC"/>
            <a:t>podrían</a:t>
          </a:r>
          <a:r>
            <a:rPr lang="en-US"/>
            <a:t> utiliza</a:t>
          </a:r>
          <a:r>
            <a:rPr lang="es-EC"/>
            <a:t>r</a:t>
          </a:r>
          <a:r>
            <a:rPr lang="en-US"/>
            <a:t> en </a:t>
          </a:r>
          <a:r>
            <a:rPr lang="es-EC"/>
            <a:t>s</a:t>
          </a:r>
          <a:r>
            <a:rPr lang="en-US"/>
            <a:t>us proyectos?</a:t>
          </a:r>
        </a:p>
      </dgm:t>
    </dgm:pt>
    <dgm:pt modelId="{1FA7938E-0308-41B7-B3BB-019681F2A846}" type="parTrans" cxnId="{E846C676-6823-4573-A452-1D5A2CBCFA2C}">
      <dgm:prSet/>
      <dgm:spPr/>
      <dgm:t>
        <a:bodyPr/>
        <a:lstStyle/>
        <a:p>
          <a:endParaRPr lang="en-US"/>
        </a:p>
      </dgm:t>
    </dgm:pt>
    <dgm:pt modelId="{51283290-25F1-4022-AD5F-9A800042970A}" type="sibTrans" cxnId="{E846C676-6823-4573-A452-1D5A2CBCFA2C}">
      <dgm:prSet/>
      <dgm:spPr/>
      <dgm:t>
        <a:bodyPr/>
        <a:lstStyle/>
        <a:p>
          <a:endParaRPr lang="en-US"/>
        </a:p>
      </dgm:t>
    </dgm:pt>
    <dgm:pt modelId="{B005F383-FBF0-46B9-B41D-12FF134CF4E9}">
      <dgm:prSet/>
      <dgm:spPr/>
      <dgm:t>
        <a:bodyPr/>
        <a:lstStyle/>
        <a:p>
          <a:r>
            <a:rPr lang="en-US"/>
            <a:t>¿Cómo </a:t>
          </a:r>
          <a:r>
            <a:rPr lang="es-EC"/>
            <a:t> se </a:t>
          </a:r>
          <a:r>
            <a:rPr lang="en-US"/>
            <a:t>define si un sistema es 'rápido' o eficiente?</a:t>
          </a:r>
        </a:p>
      </dgm:t>
    </dgm:pt>
    <dgm:pt modelId="{3602DC91-F942-4775-A5D0-7D6BBF039E2E}" type="parTrans" cxnId="{7F8E9097-831E-4E1A-B280-336BB9E7C621}">
      <dgm:prSet/>
      <dgm:spPr/>
      <dgm:t>
        <a:bodyPr/>
        <a:lstStyle/>
        <a:p>
          <a:endParaRPr lang="en-US"/>
        </a:p>
      </dgm:t>
    </dgm:pt>
    <dgm:pt modelId="{2886405B-9526-4D04-A093-D3B0BD11B657}" type="sibTrans" cxnId="{7F8E9097-831E-4E1A-B280-336BB9E7C621}">
      <dgm:prSet/>
      <dgm:spPr/>
      <dgm:t>
        <a:bodyPr/>
        <a:lstStyle/>
        <a:p>
          <a:endParaRPr lang="en-US"/>
        </a:p>
      </dgm:t>
    </dgm:pt>
    <dgm:pt modelId="{3460E461-46A5-4C55-854E-A8F1715103E5}" type="pres">
      <dgm:prSet presAssocID="{6D30A1ED-F38E-4E38-BC3B-4778AECB4EF0}" presName="root" presStyleCnt="0">
        <dgm:presLayoutVars>
          <dgm:dir/>
          <dgm:resizeHandles val="exact"/>
        </dgm:presLayoutVars>
      </dgm:prSet>
      <dgm:spPr/>
    </dgm:pt>
    <dgm:pt modelId="{437D9C12-12BC-4DB8-8508-2E5CB1410DD9}" type="pres">
      <dgm:prSet presAssocID="{802B9879-08FF-45CB-A0F3-87FB77A85B23}" presName="compNode" presStyleCnt="0"/>
      <dgm:spPr/>
    </dgm:pt>
    <dgm:pt modelId="{5D958FA4-C0C6-4F45-B3D5-AE2919563E51}" type="pres">
      <dgm:prSet presAssocID="{802B9879-08FF-45CB-A0F3-87FB77A85B2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dicador"/>
        </a:ext>
      </dgm:extLst>
    </dgm:pt>
    <dgm:pt modelId="{62C2BD67-3DEA-4F06-98C4-DD9CDB2B0201}" type="pres">
      <dgm:prSet presAssocID="{802B9879-08FF-45CB-A0F3-87FB77A85B23}" presName="spaceRect" presStyleCnt="0"/>
      <dgm:spPr/>
    </dgm:pt>
    <dgm:pt modelId="{C87537D8-272D-4D65-A02C-7B8CF97D076B}" type="pres">
      <dgm:prSet presAssocID="{802B9879-08FF-45CB-A0F3-87FB77A85B23}" presName="textRect" presStyleLbl="revTx" presStyleIdx="0" presStyleCnt="2">
        <dgm:presLayoutVars>
          <dgm:chMax val="1"/>
          <dgm:chPref val="1"/>
        </dgm:presLayoutVars>
      </dgm:prSet>
      <dgm:spPr/>
    </dgm:pt>
    <dgm:pt modelId="{6381398C-40D7-420E-A8ED-3A726C0C6556}" type="pres">
      <dgm:prSet presAssocID="{51283290-25F1-4022-AD5F-9A800042970A}" presName="sibTrans" presStyleCnt="0"/>
      <dgm:spPr/>
    </dgm:pt>
    <dgm:pt modelId="{D04F35C1-EB4D-4568-93B4-7DF1DC886139}" type="pres">
      <dgm:prSet presAssocID="{B005F383-FBF0-46B9-B41D-12FF134CF4E9}" presName="compNode" presStyleCnt="0"/>
      <dgm:spPr/>
    </dgm:pt>
    <dgm:pt modelId="{CF2500EC-E11C-4E02-9BCE-BB184348FA2E}" type="pres">
      <dgm:prSet presAssocID="{B005F383-FBF0-46B9-B41D-12FF134CF4E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jecutar"/>
        </a:ext>
      </dgm:extLst>
    </dgm:pt>
    <dgm:pt modelId="{79388D52-F9CC-49C3-B297-AE1B068111F4}" type="pres">
      <dgm:prSet presAssocID="{B005F383-FBF0-46B9-B41D-12FF134CF4E9}" presName="spaceRect" presStyleCnt="0"/>
      <dgm:spPr/>
    </dgm:pt>
    <dgm:pt modelId="{EF197FF8-B0E5-4B08-ADC3-1590E4FD60D6}" type="pres">
      <dgm:prSet presAssocID="{B005F383-FBF0-46B9-B41D-12FF134CF4E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E7FA934-1267-4D42-899A-7F8271E1F303}" type="presOf" srcId="{6D30A1ED-F38E-4E38-BC3B-4778AECB4EF0}" destId="{3460E461-46A5-4C55-854E-A8F1715103E5}" srcOrd="0" destOrd="0" presId="urn:microsoft.com/office/officeart/2018/2/layout/IconLabelList"/>
    <dgm:cxn modelId="{E846C676-6823-4573-A452-1D5A2CBCFA2C}" srcId="{6D30A1ED-F38E-4E38-BC3B-4778AECB4EF0}" destId="{802B9879-08FF-45CB-A0F3-87FB77A85B23}" srcOrd="0" destOrd="0" parTransId="{1FA7938E-0308-41B7-B3BB-019681F2A846}" sibTransId="{51283290-25F1-4022-AD5F-9A800042970A}"/>
    <dgm:cxn modelId="{7F8E9097-831E-4E1A-B280-336BB9E7C621}" srcId="{6D30A1ED-F38E-4E38-BC3B-4778AECB4EF0}" destId="{B005F383-FBF0-46B9-B41D-12FF134CF4E9}" srcOrd="1" destOrd="0" parTransId="{3602DC91-F942-4775-A5D0-7D6BBF039E2E}" sibTransId="{2886405B-9526-4D04-A093-D3B0BD11B657}"/>
    <dgm:cxn modelId="{952E7298-8E85-4136-A820-18221410DBD4}" type="presOf" srcId="{B005F383-FBF0-46B9-B41D-12FF134CF4E9}" destId="{EF197FF8-B0E5-4B08-ADC3-1590E4FD60D6}" srcOrd="0" destOrd="0" presId="urn:microsoft.com/office/officeart/2018/2/layout/IconLabelList"/>
    <dgm:cxn modelId="{E1A493DB-103B-42F0-9F30-758BFB24D481}" type="presOf" srcId="{802B9879-08FF-45CB-A0F3-87FB77A85B23}" destId="{C87537D8-272D-4D65-A02C-7B8CF97D076B}" srcOrd="0" destOrd="0" presId="urn:microsoft.com/office/officeart/2018/2/layout/IconLabelList"/>
    <dgm:cxn modelId="{9D71B482-1194-40BE-AFA9-68D9EF62F77B}" type="presParOf" srcId="{3460E461-46A5-4C55-854E-A8F1715103E5}" destId="{437D9C12-12BC-4DB8-8508-2E5CB1410DD9}" srcOrd="0" destOrd="0" presId="urn:microsoft.com/office/officeart/2018/2/layout/IconLabelList"/>
    <dgm:cxn modelId="{73F82F37-0B2C-4C3C-87A5-D887A3B18CCF}" type="presParOf" srcId="{437D9C12-12BC-4DB8-8508-2E5CB1410DD9}" destId="{5D958FA4-C0C6-4F45-B3D5-AE2919563E51}" srcOrd="0" destOrd="0" presId="urn:microsoft.com/office/officeart/2018/2/layout/IconLabelList"/>
    <dgm:cxn modelId="{5C5D0712-D203-4DBE-A2B1-7355E1C20D75}" type="presParOf" srcId="{437D9C12-12BC-4DB8-8508-2E5CB1410DD9}" destId="{62C2BD67-3DEA-4F06-98C4-DD9CDB2B0201}" srcOrd="1" destOrd="0" presId="urn:microsoft.com/office/officeart/2018/2/layout/IconLabelList"/>
    <dgm:cxn modelId="{F02E0826-0239-432C-8BAD-890C02A467DB}" type="presParOf" srcId="{437D9C12-12BC-4DB8-8508-2E5CB1410DD9}" destId="{C87537D8-272D-4D65-A02C-7B8CF97D076B}" srcOrd="2" destOrd="0" presId="urn:microsoft.com/office/officeart/2018/2/layout/IconLabelList"/>
    <dgm:cxn modelId="{19F3D67A-2EE2-4BDF-88BF-98AB6EF3C23C}" type="presParOf" srcId="{3460E461-46A5-4C55-854E-A8F1715103E5}" destId="{6381398C-40D7-420E-A8ED-3A726C0C6556}" srcOrd="1" destOrd="0" presId="urn:microsoft.com/office/officeart/2018/2/layout/IconLabelList"/>
    <dgm:cxn modelId="{865E21D1-52E9-4703-977B-67F098321ECD}" type="presParOf" srcId="{3460E461-46A5-4C55-854E-A8F1715103E5}" destId="{D04F35C1-EB4D-4568-93B4-7DF1DC886139}" srcOrd="2" destOrd="0" presId="urn:microsoft.com/office/officeart/2018/2/layout/IconLabelList"/>
    <dgm:cxn modelId="{B7885ADA-8C2F-4970-B2E5-90BB69C77123}" type="presParOf" srcId="{D04F35C1-EB4D-4568-93B4-7DF1DC886139}" destId="{CF2500EC-E11C-4E02-9BCE-BB184348FA2E}" srcOrd="0" destOrd="0" presId="urn:microsoft.com/office/officeart/2018/2/layout/IconLabelList"/>
    <dgm:cxn modelId="{20F3ECDB-088B-4B3A-AE56-ED2F2837D22F}" type="presParOf" srcId="{D04F35C1-EB4D-4568-93B4-7DF1DC886139}" destId="{79388D52-F9CC-49C3-B297-AE1B068111F4}" srcOrd="1" destOrd="0" presId="urn:microsoft.com/office/officeart/2018/2/layout/IconLabelList"/>
    <dgm:cxn modelId="{671E8909-36D3-4980-8CE3-7A5C011434C4}" type="presParOf" srcId="{D04F35C1-EB4D-4568-93B4-7DF1DC886139}" destId="{EF197FF8-B0E5-4B08-ADC3-1590E4FD60D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039E03-D000-4258-B046-3D69D73210E3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1E4E20-9F7C-4408-9182-7436EF40F552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Capacidad del sistema para ejecutar tareas eficientemente.</a:t>
          </a:r>
        </a:p>
      </dsp:txBody>
      <dsp:txXfrm>
        <a:off x="456496" y="980400"/>
        <a:ext cx="3381034" cy="2099279"/>
      </dsp:txXfrm>
    </dsp:sp>
    <dsp:sp modelId="{8B205B12-0AD7-46D2-AC4C-69FA3DB9138F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6839AF-7F23-482A-9B26-647F6D8E2DFD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Clave para experiencia del usuario, escalabilidad y estabilidad.</a:t>
          </a:r>
        </a:p>
      </dsp:txBody>
      <dsp:txXfrm>
        <a:off x="4748523" y="980400"/>
        <a:ext cx="3381034" cy="20992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B9012-D451-4C72-9A1A-78ECC0296452}">
      <dsp:nvSpPr>
        <dsp:cNvPr id="0" name=""/>
        <dsp:cNvSpPr/>
      </dsp:nvSpPr>
      <dsp:spPr>
        <a:xfrm>
          <a:off x="1331829" y="631"/>
          <a:ext cx="2305088" cy="138305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Detectar cuellos de botella</a:t>
          </a:r>
        </a:p>
      </dsp:txBody>
      <dsp:txXfrm>
        <a:off x="1372337" y="41139"/>
        <a:ext cx="2224072" cy="1302037"/>
      </dsp:txXfrm>
    </dsp:sp>
    <dsp:sp modelId="{0DD0E863-45EB-41AF-83B0-D10DD45FD5BD}">
      <dsp:nvSpPr>
        <dsp:cNvPr id="0" name=""/>
        <dsp:cNvSpPr/>
      </dsp:nvSpPr>
      <dsp:spPr>
        <a:xfrm>
          <a:off x="3839765" y="406327"/>
          <a:ext cx="488678" cy="5716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839765" y="520659"/>
        <a:ext cx="342075" cy="342998"/>
      </dsp:txXfrm>
    </dsp:sp>
    <dsp:sp modelId="{322ECDF4-E355-4547-AFF1-E69BCCD13D2E}">
      <dsp:nvSpPr>
        <dsp:cNvPr id="0" name=""/>
        <dsp:cNvSpPr/>
      </dsp:nvSpPr>
      <dsp:spPr>
        <a:xfrm>
          <a:off x="4558953" y="631"/>
          <a:ext cx="2305088" cy="1383053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Optimizar recursos</a:t>
          </a:r>
        </a:p>
      </dsp:txBody>
      <dsp:txXfrm>
        <a:off x="4599461" y="41139"/>
        <a:ext cx="2224072" cy="1302037"/>
      </dsp:txXfrm>
    </dsp:sp>
    <dsp:sp modelId="{EEBB91D3-E00C-4632-A70A-C0D7175A50EE}">
      <dsp:nvSpPr>
        <dsp:cNvPr id="0" name=""/>
        <dsp:cNvSpPr/>
      </dsp:nvSpPr>
      <dsp:spPr>
        <a:xfrm rot="5400000">
          <a:off x="5467158" y="1545040"/>
          <a:ext cx="488678" cy="5716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5539999" y="1586532"/>
        <a:ext cx="342998" cy="342075"/>
      </dsp:txXfrm>
    </dsp:sp>
    <dsp:sp modelId="{F4777245-731B-463C-A262-61AFC2AA642F}">
      <dsp:nvSpPr>
        <dsp:cNvPr id="0" name=""/>
        <dsp:cNvSpPr/>
      </dsp:nvSpPr>
      <dsp:spPr>
        <a:xfrm>
          <a:off x="4558953" y="2305720"/>
          <a:ext cx="2305088" cy="1383053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Garantizar SLA (Acuerdos de Nivel de Servicio)</a:t>
          </a:r>
        </a:p>
      </dsp:txBody>
      <dsp:txXfrm>
        <a:off x="4599461" y="2346228"/>
        <a:ext cx="2224072" cy="1302037"/>
      </dsp:txXfrm>
    </dsp:sp>
    <dsp:sp modelId="{DB96C952-1264-4C00-8679-83FD5E3E0871}">
      <dsp:nvSpPr>
        <dsp:cNvPr id="0" name=""/>
        <dsp:cNvSpPr/>
      </dsp:nvSpPr>
      <dsp:spPr>
        <a:xfrm rot="10800000">
          <a:off x="3867426" y="2711415"/>
          <a:ext cx="488678" cy="5716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4014029" y="2825747"/>
        <a:ext cx="342075" cy="342998"/>
      </dsp:txXfrm>
    </dsp:sp>
    <dsp:sp modelId="{9AB32413-53CD-4359-98C5-02A3D8FE5615}">
      <dsp:nvSpPr>
        <dsp:cNvPr id="0" name=""/>
        <dsp:cNvSpPr/>
      </dsp:nvSpPr>
      <dsp:spPr>
        <a:xfrm>
          <a:off x="1331829" y="2305720"/>
          <a:ext cx="2305088" cy="1383053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Evaluar la eficiencia del sistema</a:t>
          </a:r>
        </a:p>
      </dsp:txBody>
      <dsp:txXfrm>
        <a:off x="1372337" y="2346228"/>
        <a:ext cx="2224072" cy="13020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C55F0-4B29-490D-AF2A-7D61E11B36DB}">
      <dsp:nvSpPr>
        <dsp:cNvPr id="0" name=""/>
        <dsp:cNvSpPr/>
      </dsp:nvSpPr>
      <dsp:spPr>
        <a:xfrm>
          <a:off x="0" y="1799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1. Tiempo de respuesta</a:t>
          </a:r>
        </a:p>
      </dsp:txBody>
      <dsp:txXfrm>
        <a:off x="0" y="179916"/>
        <a:ext cx="2561209" cy="1536725"/>
      </dsp:txXfrm>
    </dsp:sp>
    <dsp:sp modelId="{43FC5874-4F5F-4173-8BC3-A325F94CDC64}">
      <dsp:nvSpPr>
        <dsp:cNvPr id="0" name=""/>
        <dsp:cNvSpPr/>
      </dsp:nvSpPr>
      <dsp:spPr>
        <a:xfrm>
          <a:off x="2817330" y="179916"/>
          <a:ext cx="2561209" cy="1536725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2. Throughput (transacciones por segundo)</a:t>
          </a:r>
        </a:p>
      </dsp:txBody>
      <dsp:txXfrm>
        <a:off x="2817330" y="179916"/>
        <a:ext cx="2561209" cy="1536725"/>
      </dsp:txXfrm>
    </dsp:sp>
    <dsp:sp modelId="{8D190E5E-A949-4B03-91C2-70787A09FC24}">
      <dsp:nvSpPr>
        <dsp:cNvPr id="0" name=""/>
        <dsp:cNvSpPr/>
      </dsp:nvSpPr>
      <dsp:spPr>
        <a:xfrm>
          <a:off x="5634661" y="179916"/>
          <a:ext cx="2561209" cy="1536725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3. Uso de CPU y memoria</a:t>
          </a:r>
        </a:p>
      </dsp:txBody>
      <dsp:txXfrm>
        <a:off x="5634661" y="179916"/>
        <a:ext cx="2561209" cy="1536725"/>
      </dsp:txXfrm>
    </dsp:sp>
    <dsp:sp modelId="{5E85BA27-5BBA-4BF5-A84E-14997BE2A9FF}">
      <dsp:nvSpPr>
        <dsp:cNvPr id="0" name=""/>
        <dsp:cNvSpPr/>
      </dsp:nvSpPr>
      <dsp:spPr>
        <a:xfrm>
          <a:off x="0" y="1972762"/>
          <a:ext cx="2561209" cy="1536725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4. Latencia</a:t>
          </a:r>
        </a:p>
      </dsp:txBody>
      <dsp:txXfrm>
        <a:off x="0" y="1972762"/>
        <a:ext cx="2561209" cy="1536725"/>
      </dsp:txXfrm>
    </dsp:sp>
    <dsp:sp modelId="{AB5D1E6A-49BD-4B3C-80AC-55CE2E6F2121}">
      <dsp:nvSpPr>
        <dsp:cNvPr id="0" name=""/>
        <dsp:cNvSpPr/>
      </dsp:nvSpPr>
      <dsp:spPr>
        <a:xfrm>
          <a:off x="2817330" y="1972762"/>
          <a:ext cx="2561209" cy="1536725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5. Disponibilidad y uptime</a:t>
          </a:r>
        </a:p>
      </dsp:txBody>
      <dsp:txXfrm>
        <a:off x="2817330" y="1972762"/>
        <a:ext cx="2561209" cy="1536725"/>
      </dsp:txXfrm>
    </dsp:sp>
    <dsp:sp modelId="{25D871D9-2ACD-4B99-BFE2-CAAF1EB76646}">
      <dsp:nvSpPr>
        <dsp:cNvPr id="0" name=""/>
        <dsp:cNvSpPr/>
      </dsp:nvSpPr>
      <dsp:spPr>
        <a:xfrm>
          <a:off x="5634661" y="19727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6. MTBF y MTTR</a:t>
          </a:r>
        </a:p>
      </dsp:txBody>
      <dsp:txXfrm>
        <a:off x="5634661" y="1972762"/>
        <a:ext cx="2561209" cy="15367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D726F6-E453-49FD-A3E0-AAA04558C670}">
      <dsp:nvSpPr>
        <dsp:cNvPr id="0" name=""/>
        <dsp:cNvSpPr/>
      </dsp:nvSpPr>
      <dsp:spPr>
        <a:xfrm>
          <a:off x="518185" y="5172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9277E4-F864-46A5-A62E-CDF7B1E31229}">
      <dsp:nvSpPr>
        <dsp:cNvPr id="0" name=""/>
        <dsp:cNvSpPr/>
      </dsp:nvSpPr>
      <dsp:spPr>
        <a:xfrm>
          <a:off x="832623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FB1AA3-7BDF-4B33-8B06-76F6E1D9DC4D}">
      <dsp:nvSpPr>
        <dsp:cNvPr id="0" name=""/>
        <dsp:cNvSpPr/>
      </dsp:nvSpPr>
      <dsp:spPr>
        <a:xfrm>
          <a:off x="46529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Tiempo que tarda el sistema en responder a una solicitud.</a:t>
          </a:r>
        </a:p>
      </dsp:txBody>
      <dsp:txXfrm>
        <a:off x="46529" y="2452202"/>
        <a:ext cx="2418750" cy="720000"/>
      </dsp:txXfrm>
    </dsp:sp>
    <dsp:sp modelId="{5E6CBCD9-FA2F-4ACE-A5FC-94ABC7FA87B1}">
      <dsp:nvSpPr>
        <dsp:cNvPr id="0" name=""/>
        <dsp:cNvSpPr/>
      </dsp:nvSpPr>
      <dsp:spPr>
        <a:xfrm>
          <a:off x="3360216" y="5172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132918-E37F-4B35-8F60-1A523EC9E8D6}">
      <dsp:nvSpPr>
        <dsp:cNvPr id="0" name=""/>
        <dsp:cNvSpPr/>
      </dsp:nvSpPr>
      <dsp:spPr>
        <a:xfrm>
          <a:off x="3674654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1E0172-BA22-4A38-B332-BB34CAD432C6}">
      <dsp:nvSpPr>
        <dsp:cNvPr id="0" name=""/>
        <dsp:cNvSpPr/>
      </dsp:nvSpPr>
      <dsp:spPr>
        <a:xfrm>
          <a:off x="2888560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Incluye procesamiento, red, y tiempo de espera.</a:t>
          </a:r>
        </a:p>
      </dsp:txBody>
      <dsp:txXfrm>
        <a:off x="2888560" y="2452202"/>
        <a:ext cx="2418750" cy="720000"/>
      </dsp:txXfrm>
    </dsp:sp>
    <dsp:sp modelId="{36DE58A6-D28F-4EA7-A2BE-A069146F9057}">
      <dsp:nvSpPr>
        <dsp:cNvPr id="0" name=""/>
        <dsp:cNvSpPr/>
      </dsp:nvSpPr>
      <dsp:spPr>
        <a:xfrm>
          <a:off x="6202248" y="5172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893246-61B4-4649-BEC8-7CC313D10F9F}">
      <dsp:nvSpPr>
        <dsp:cNvPr id="0" name=""/>
        <dsp:cNvSpPr/>
      </dsp:nvSpPr>
      <dsp:spPr>
        <a:xfrm>
          <a:off x="6516685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518F01-743B-4F6B-9AF5-330438F00360}">
      <dsp:nvSpPr>
        <dsp:cNvPr id="0" name=""/>
        <dsp:cNvSpPr/>
      </dsp:nvSpPr>
      <dsp:spPr>
        <a:xfrm>
          <a:off x="5730591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Valor clave para interfaces interactivas.</a:t>
          </a:r>
        </a:p>
      </dsp:txBody>
      <dsp:txXfrm>
        <a:off x="5730591" y="2452202"/>
        <a:ext cx="24187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663691-AFAF-4F7C-BB18-F4EC9A8B266C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E208DA-2CC8-4A70-9EF6-DDBD7FAB94D2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Número de operaciones procesadas por unidad de tiempo.</a:t>
          </a:r>
        </a:p>
      </dsp:txBody>
      <dsp:txXfrm>
        <a:off x="456496" y="980400"/>
        <a:ext cx="3381034" cy="2099279"/>
      </dsp:txXfrm>
    </dsp:sp>
    <dsp:sp modelId="{C61D9658-28D0-4DDD-B437-D03C747C3B7C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E5E86F-0032-4AE4-8D18-2559A4205453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Indica la capacidad del sistema bajo carga.</a:t>
          </a:r>
        </a:p>
      </dsp:txBody>
      <dsp:txXfrm>
        <a:off x="4748523" y="980400"/>
        <a:ext cx="3381034" cy="20992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9BD09D-FAF8-40FE-AA79-C1757BB21DF0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0C7828-50AA-4BA6-BAA4-8B1057DC7DBC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Monitoreo de CPU, memoria, disco y red.</a:t>
          </a:r>
        </a:p>
      </dsp:txBody>
      <dsp:txXfrm>
        <a:off x="456496" y="980400"/>
        <a:ext cx="3381034" cy="2099279"/>
      </dsp:txXfrm>
    </dsp:sp>
    <dsp:sp modelId="{D2911C36-48E9-4DDE-A175-A393B07EB116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F4D42A-DEA3-4B1B-BB9C-EED082ACE435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Alta utilización puede indicar problemas o eficiencia.</a:t>
          </a:r>
        </a:p>
      </dsp:txBody>
      <dsp:txXfrm>
        <a:off x="4748523" y="980400"/>
        <a:ext cx="3381034" cy="209927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D65FB3-DC18-4969-96A3-DBF3B7B8E66B}">
      <dsp:nvSpPr>
        <dsp:cNvPr id="0" name=""/>
        <dsp:cNvSpPr/>
      </dsp:nvSpPr>
      <dsp:spPr>
        <a:xfrm>
          <a:off x="18535" y="1556340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C2D55A-7BE4-4540-9FAF-F8032A09F3F7}">
      <dsp:nvSpPr>
        <dsp:cNvPr id="0" name=""/>
        <dsp:cNvSpPr/>
      </dsp:nvSpPr>
      <dsp:spPr>
        <a:xfrm>
          <a:off x="245361" y="1783166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8379F5-584C-48CF-8BE3-4F3FDD316A7D}">
      <dsp:nvSpPr>
        <dsp:cNvPr id="0" name=""/>
        <dsp:cNvSpPr/>
      </dsp:nvSpPr>
      <dsp:spPr>
        <a:xfrm>
          <a:off x="1330115" y="155634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Tiempo entre la solicitud y el inicio de la respuesta.</a:t>
          </a:r>
        </a:p>
      </dsp:txBody>
      <dsp:txXfrm>
        <a:off x="1330115" y="1556340"/>
        <a:ext cx="2546008" cy="1080124"/>
      </dsp:txXfrm>
    </dsp:sp>
    <dsp:sp modelId="{D1F7C903-46A5-46E1-B724-3414564546BB}">
      <dsp:nvSpPr>
        <dsp:cNvPr id="0" name=""/>
        <dsp:cNvSpPr/>
      </dsp:nvSpPr>
      <dsp:spPr>
        <a:xfrm>
          <a:off x="4319746" y="1556340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0BB1D7-1F56-43B9-BBF5-4CAC6FFAA2B5}">
      <dsp:nvSpPr>
        <dsp:cNvPr id="0" name=""/>
        <dsp:cNvSpPr/>
      </dsp:nvSpPr>
      <dsp:spPr>
        <a:xfrm>
          <a:off x="4546573" y="1783166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BEF59A-D135-42AC-842D-FFAF999BB921}">
      <dsp:nvSpPr>
        <dsp:cNvPr id="0" name=""/>
        <dsp:cNvSpPr/>
      </dsp:nvSpPr>
      <dsp:spPr>
        <a:xfrm>
          <a:off x="5631327" y="155634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Crítica en aplicaciones en tiempo real o distribuido.</a:t>
          </a:r>
        </a:p>
      </dsp:txBody>
      <dsp:txXfrm>
        <a:off x="5631327" y="1556340"/>
        <a:ext cx="2546008" cy="10801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EBD0A6-2252-4120-A186-785C7A46DBF9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242C43-B6BF-49F8-85B0-9ECF422DF8B2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F65A9E-8E36-4D67-9D93-6B4A23A40D42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Disponibilidad: % de tiempo que el sistema está operativo.</a:t>
          </a:r>
        </a:p>
      </dsp:txBody>
      <dsp:txXfrm>
        <a:off x="46529" y="2703902"/>
        <a:ext cx="2418750" cy="720000"/>
      </dsp:txXfrm>
    </dsp:sp>
    <dsp:sp modelId="{9142111B-E396-43E3-825C-280B7C738F14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5271D5-B0AA-47E7-92F1-96844EDF7905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7C8683-48F6-458B-BC9E-A8D789FF7CF4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MTBF: tiempo promedio entre fallos.</a:t>
          </a:r>
        </a:p>
      </dsp:txBody>
      <dsp:txXfrm>
        <a:off x="2888560" y="2703902"/>
        <a:ext cx="2418750" cy="720000"/>
      </dsp:txXfrm>
    </dsp:sp>
    <dsp:sp modelId="{0EB75F9D-6B0F-4BF5-9A26-BD4C9D352F1F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05FE41-1EA3-43DC-8FAC-DF1CA7D70117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16BEA-FA2D-41E5-967A-7240B11B66D6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MTTR: tiempo promedio para restaurar el servicio.</a:t>
          </a:r>
        </a:p>
      </dsp:txBody>
      <dsp:txXfrm>
        <a:off x="5730591" y="2703902"/>
        <a:ext cx="241875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C8D75C-9087-4B01-BC99-A767850370F1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F68843-2DCF-4354-9E75-B9004AD876E0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8D058-0962-41AD-9203-C1C625FD2D41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JMeter, Apache Bench (ab)</a:t>
          </a:r>
        </a:p>
      </dsp:txBody>
      <dsp:txXfrm>
        <a:off x="25435" y="2456402"/>
        <a:ext cx="1800000" cy="720000"/>
      </dsp:txXfrm>
    </dsp:sp>
    <dsp:sp modelId="{F23BD0D2-0BA0-4768-9AC0-47DF684E5E90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BDE6BE-2911-40E5-813F-F1A9DA8FDFF7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EE3A2-D45F-478C-AA42-A8F8C71DE140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New Relic, Dynatrace, Datadog</a:t>
          </a:r>
        </a:p>
      </dsp:txBody>
      <dsp:txXfrm>
        <a:off x="2140435" y="2456402"/>
        <a:ext cx="1800000" cy="720000"/>
      </dsp:txXfrm>
    </dsp:sp>
    <dsp:sp modelId="{D167BD54-A6DC-49E4-906A-E10B2F1B5790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C138CF-0B34-4C20-9234-2442C70614A5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394AC2-9ABA-4101-8CEC-16008715E19F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Prometheus + Grafana</a:t>
          </a:r>
        </a:p>
      </dsp:txBody>
      <dsp:txXfrm>
        <a:off x="4255435" y="2456402"/>
        <a:ext cx="1800000" cy="720000"/>
      </dsp:txXfrm>
    </dsp:sp>
    <dsp:sp modelId="{EDA9939F-4E1F-413D-B5AE-FBCDEC040039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662714-DE30-48C5-9B7A-C102FF48230A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3BBAD3-9283-4402-9B64-91A9B421AF57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Herramientas del navegador (DevTools)</a:t>
          </a:r>
        </a:p>
      </dsp:txBody>
      <dsp:txXfrm>
        <a:off x="6370435" y="2456402"/>
        <a:ext cx="18000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2F1BE-5714-4A4D-A594-22352AB134F2}">
      <dsp:nvSpPr>
        <dsp:cNvPr id="0" name=""/>
        <dsp:cNvSpPr/>
      </dsp:nvSpPr>
      <dsp:spPr>
        <a:xfrm>
          <a:off x="957252" y="2613"/>
          <a:ext cx="2617236" cy="15703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Definir métricas clave según objetivos del sistema.</a:t>
          </a:r>
        </a:p>
      </dsp:txBody>
      <dsp:txXfrm>
        <a:off x="1003246" y="48607"/>
        <a:ext cx="2525248" cy="1478353"/>
      </dsp:txXfrm>
    </dsp:sp>
    <dsp:sp modelId="{37713507-AE69-4907-A06F-F732F0390AEA}">
      <dsp:nvSpPr>
        <dsp:cNvPr id="0" name=""/>
        <dsp:cNvSpPr/>
      </dsp:nvSpPr>
      <dsp:spPr>
        <a:xfrm>
          <a:off x="3804805" y="463247"/>
          <a:ext cx="554854" cy="649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804805" y="593062"/>
        <a:ext cx="388398" cy="389444"/>
      </dsp:txXfrm>
    </dsp:sp>
    <dsp:sp modelId="{B30EE910-2E55-43C3-85C2-EBB44C8B6849}">
      <dsp:nvSpPr>
        <dsp:cNvPr id="0" name=""/>
        <dsp:cNvSpPr/>
      </dsp:nvSpPr>
      <dsp:spPr>
        <a:xfrm>
          <a:off x="4621382" y="2613"/>
          <a:ext cx="2617236" cy="15703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Medir en condiciones reales o simuladas.</a:t>
          </a:r>
        </a:p>
      </dsp:txBody>
      <dsp:txXfrm>
        <a:off x="4667376" y="48607"/>
        <a:ext cx="2525248" cy="1478353"/>
      </dsp:txXfrm>
    </dsp:sp>
    <dsp:sp modelId="{DC8AF427-D703-457A-86BD-2AC7E8405DA9}">
      <dsp:nvSpPr>
        <dsp:cNvPr id="0" name=""/>
        <dsp:cNvSpPr/>
      </dsp:nvSpPr>
      <dsp:spPr>
        <a:xfrm rot="5400000">
          <a:off x="5652573" y="1756161"/>
          <a:ext cx="554854" cy="649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5735278" y="1803271"/>
        <a:ext cx="389444" cy="388398"/>
      </dsp:txXfrm>
    </dsp:sp>
    <dsp:sp modelId="{F4766879-2E9E-4D3B-9AEC-46AEB96DA574}">
      <dsp:nvSpPr>
        <dsp:cNvPr id="0" name=""/>
        <dsp:cNvSpPr/>
      </dsp:nvSpPr>
      <dsp:spPr>
        <a:xfrm>
          <a:off x="4621382" y="2619849"/>
          <a:ext cx="2617236" cy="15703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Establecer umbrales y alertas.</a:t>
          </a:r>
        </a:p>
      </dsp:txBody>
      <dsp:txXfrm>
        <a:off x="4667376" y="2665843"/>
        <a:ext cx="2525248" cy="1478353"/>
      </dsp:txXfrm>
    </dsp:sp>
    <dsp:sp modelId="{B64C2198-005B-4B7C-A942-078579DA82F7}">
      <dsp:nvSpPr>
        <dsp:cNvPr id="0" name=""/>
        <dsp:cNvSpPr/>
      </dsp:nvSpPr>
      <dsp:spPr>
        <a:xfrm rot="10800000">
          <a:off x="3836211" y="3080483"/>
          <a:ext cx="554854" cy="649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4002667" y="3210298"/>
        <a:ext cx="388398" cy="389444"/>
      </dsp:txXfrm>
    </dsp:sp>
    <dsp:sp modelId="{6A584AEA-B67E-4CF4-80E8-7ED8F698D92C}">
      <dsp:nvSpPr>
        <dsp:cNvPr id="0" name=""/>
        <dsp:cNvSpPr/>
      </dsp:nvSpPr>
      <dsp:spPr>
        <a:xfrm>
          <a:off x="957252" y="2619849"/>
          <a:ext cx="2617236" cy="15703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Revisar y optimizar continuamente.</a:t>
          </a:r>
        </a:p>
      </dsp:txBody>
      <dsp:txXfrm>
        <a:off x="1003246" y="2665843"/>
        <a:ext cx="2525248" cy="147835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5117E0-82AF-407A-A80B-9CFA6C94273B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341939-CF09-4F6A-B052-366CE0CC921D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CC319-6E29-47ED-BC92-125DF5DD1342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Medir el rendimiento es esencial para software de calidad.</a:t>
          </a:r>
        </a:p>
      </dsp:txBody>
      <dsp:txXfrm>
        <a:off x="46529" y="2703902"/>
        <a:ext cx="2418750" cy="720000"/>
      </dsp:txXfrm>
    </dsp:sp>
    <dsp:sp modelId="{23109D82-D47F-4654-A93E-D9D198FAD0E3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2287E2-0AE3-4D91-AED4-E8B94D8FCA51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F6CEDC-D8F4-4BC2-86D5-D496816FCEFB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Las métricas permiten anticiparse a problemas.</a:t>
          </a:r>
        </a:p>
      </dsp:txBody>
      <dsp:txXfrm>
        <a:off x="2888560" y="2703902"/>
        <a:ext cx="2418750" cy="720000"/>
      </dsp:txXfrm>
    </dsp:sp>
    <dsp:sp modelId="{97566FDA-9099-4FE1-B6EA-D9A0DF021F6C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DE5D49-72E2-4B2E-B142-BA124FA01009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EBE872-A7BF-47B2-A86F-3A96C7571AE6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La mejora continua requiere datos confiables.</a:t>
          </a:r>
        </a:p>
      </dsp:txBody>
      <dsp:txXfrm>
        <a:off x="5730591" y="2703902"/>
        <a:ext cx="241875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958FA4-C0C6-4F45-B3D5-AE2919563E51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537D8-272D-4D65-A02C-7B8CF97D076B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¿Qué métricas </a:t>
          </a:r>
          <a:r>
            <a:rPr lang="es-EC" sz="2300" kern="1200"/>
            <a:t>podrían</a:t>
          </a:r>
          <a:r>
            <a:rPr lang="en-US" sz="2300" kern="1200"/>
            <a:t> utiliza</a:t>
          </a:r>
          <a:r>
            <a:rPr lang="es-EC" sz="2300" kern="1200"/>
            <a:t>r</a:t>
          </a:r>
          <a:r>
            <a:rPr lang="en-US" sz="2300" kern="1200"/>
            <a:t> en </a:t>
          </a:r>
          <a:r>
            <a:rPr lang="es-EC" sz="2300" kern="1200"/>
            <a:t>s</a:t>
          </a:r>
          <a:r>
            <a:rPr lang="en-US" sz="2300" kern="1200"/>
            <a:t>us proyectos?</a:t>
          </a:r>
        </a:p>
      </dsp:txBody>
      <dsp:txXfrm>
        <a:off x="85060" y="2776702"/>
        <a:ext cx="3690000" cy="720000"/>
      </dsp:txXfrm>
    </dsp:sp>
    <dsp:sp modelId="{CF2500EC-E11C-4E02-9BCE-BB184348FA2E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197FF8-B0E5-4B08-ADC3-1590E4FD60D6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¿Cómo </a:t>
          </a:r>
          <a:r>
            <a:rPr lang="es-EC" sz="2300" kern="1200"/>
            <a:t> se </a:t>
          </a:r>
          <a:r>
            <a:rPr lang="en-US" sz="2300" kern="1200"/>
            <a:t>define si un sistema es 'rápido' o eficiente?</a:t>
          </a:r>
        </a:p>
      </dsp:txBody>
      <dsp:txXfrm>
        <a:off x="4420810" y="2776702"/>
        <a:ext cx="369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451381"/>
            <a:ext cx="7884414" cy="40665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Métricas de Rendimiento del Software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onnsiteX0" fmla="*/ 0 w 4057650"/>
              <a:gd name="connsiteY0" fmla="*/ 0 h 18288"/>
              <a:gd name="connsiteX1" fmla="*/ 757428 w 4057650"/>
              <a:gd name="connsiteY1" fmla="*/ 0 h 18288"/>
              <a:gd name="connsiteX2" fmla="*/ 1474279 w 4057650"/>
              <a:gd name="connsiteY2" fmla="*/ 0 h 18288"/>
              <a:gd name="connsiteX3" fmla="*/ 2191131 w 4057650"/>
              <a:gd name="connsiteY3" fmla="*/ 0 h 18288"/>
              <a:gd name="connsiteX4" fmla="*/ 2745676 w 4057650"/>
              <a:gd name="connsiteY4" fmla="*/ 0 h 18288"/>
              <a:gd name="connsiteX5" fmla="*/ 3340798 w 4057650"/>
              <a:gd name="connsiteY5" fmla="*/ 0 h 18288"/>
              <a:gd name="connsiteX6" fmla="*/ 4057650 w 4057650"/>
              <a:gd name="connsiteY6" fmla="*/ 0 h 18288"/>
              <a:gd name="connsiteX7" fmla="*/ 4057650 w 4057650"/>
              <a:gd name="connsiteY7" fmla="*/ 18288 h 18288"/>
              <a:gd name="connsiteX8" fmla="*/ 3381375 w 4057650"/>
              <a:gd name="connsiteY8" fmla="*/ 18288 h 18288"/>
              <a:gd name="connsiteX9" fmla="*/ 2826830 w 4057650"/>
              <a:gd name="connsiteY9" fmla="*/ 18288 h 18288"/>
              <a:gd name="connsiteX10" fmla="*/ 2272284 w 4057650"/>
              <a:gd name="connsiteY10" fmla="*/ 18288 h 18288"/>
              <a:gd name="connsiteX11" fmla="*/ 1555432 w 4057650"/>
              <a:gd name="connsiteY11" fmla="*/ 18288 h 18288"/>
              <a:gd name="connsiteX12" fmla="*/ 960310 w 4057650"/>
              <a:gd name="connsiteY12" fmla="*/ 18288 h 18288"/>
              <a:gd name="connsiteX13" fmla="*/ 0 w 4057650"/>
              <a:gd name="connsiteY13" fmla="*/ 18288 h 18288"/>
              <a:gd name="connsiteX14" fmla="*/ 0 w 405765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37673" y="348865"/>
            <a:ext cx="7288583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¿Qué es el rendimiento del software?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0A15E30F-AA3A-E4CB-060D-FCFA6CD6B0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087787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37673" y="348865"/>
            <a:ext cx="7288583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Importancia de medir el rendimiento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E6DC29E-B168-81C5-C43A-41236A109A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826086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37673" y="348865"/>
            <a:ext cx="7288583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Métricas comunes de rendimiento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515FE3E-7CD8-0586-95CB-013E834181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920132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37673" y="348865"/>
            <a:ext cx="7288583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Tiempo de respuesta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2E5BBE3A-9B81-6611-D1B1-2318334224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970990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37673" y="348865"/>
            <a:ext cx="7288583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Throughput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3E73099-B41E-E52D-B3A1-FA35599048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661875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37673" y="348865"/>
            <a:ext cx="7288583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Uso de recursos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FA27EA2A-BB10-A185-B099-32AF804F64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200509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Latencia</a:t>
            </a:r>
          </a:p>
        </p:txBody>
      </p:sp>
      <p:graphicFrame>
        <p:nvGraphicFramePr>
          <p:cNvPr id="21" name="TextBox 2">
            <a:extLst>
              <a:ext uri="{FF2B5EF4-FFF2-40B4-BE49-F238E27FC236}">
                <a16:creationId xmlns:a16="http://schemas.microsoft.com/office/drawing/2014/main" id="{77E419DE-6432-CCC7-E221-BA82EEA55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867260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Disponibilidad y MTBF/MTTR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23653B7D-DDDA-B956-194F-0E816D2C38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916450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Herramientas para medir rendimiento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F807C2A4-1021-BC06-09A9-D9192D0987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150439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Buenas prácticas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875434E2-7152-F126-C809-681C6919C5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091217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Conclusiones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132A2BF6-33FE-74A4-CFFD-4BB05EFFD9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456088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Preguntas y discusión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057843DE-1EF4-4691-83D0-DB5BFCA158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63697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320</Words>
  <Application>Microsoft Office PowerPoint</Application>
  <PresentationFormat>Presentación en pantalla (4:3)</PresentationFormat>
  <Paragraphs>50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HUMBERTO MIRANDA REALPE</cp:lastModifiedBy>
  <cp:revision>2</cp:revision>
  <dcterms:created xsi:type="dcterms:W3CDTF">2013-01-27T09:14:16Z</dcterms:created>
  <dcterms:modified xsi:type="dcterms:W3CDTF">2025-05-06T12:33:34Z</dcterms:modified>
  <cp:category/>
</cp:coreProperties>
</file>